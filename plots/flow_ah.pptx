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Flow diagram: alcoholic hepatitis (etoh_hepatitis = 1)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2523384" y="2120571"/>
              <a:ext cx="1453856" cy="842926"/>
            </a:xfrm>
            <a:custGeom>
              <a:avLst/>
              <a:pathLst>
                <a:path w="1453856" h="842926">
                  <a:moveTo>
                    <a:pt x="1453856" y="0"/>
                  </a:moveTo>
                  <a:lnTo>
                    <a:pt x="0" y="842926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523384" y="2894836"/>
              <a:ext cx="79199" cy="68661"/>
            </a:xfrm>
            <a:custGeom>
              <a:avLst/>
              <a:pathLst>
                <a:path w="79199" h="68661">
                  <a:moveTo>
                    <a:pt x="39474" y="0"/>
                  </a:moveTo>
                  <a:lnTo>
                    <a:pt x="0" y="68661"/>
                  </a:lnTo>
                  <a:lnTo>
                    <a:pt x="79199" y="68516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166759" y="2120571"/>
              <a:ext cx="1453856" cy="842926"/>
            </a:xfrm>
            <a:custGeom>
              <a:avLst/>
              <a:pathLst>
                <a:path w="1453856" h="842926">
                  <a:moveTo>
                    <a:pt x="0" y="0"/>
                  </a:moveTo>
                  <a:lnTo>
                    <a:pt x="1453856" y="842926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6541416" y="2894836"/>
              <a:ext cx="79199" cy="68661"/>
            </a:xfrm>
            <a:custGeom>
              <a:avLst/>
              <a:pathLst>
                <a:path w="79199" h="68661">
                  <a:moveTo>
                    <a:pt x="0" y="68516"/>
                  </a:moveTo>
                  <a:lnTo>
                    <a:pt x="79199" y="68661"/>
                  </a:lnTo>
                  <a:lnTo>
                    <a:pt x="39725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234738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195138" y="4619076"/>
              <a:ext cx="79200" cy="68589"/>
            </a:xfrm>
            <a:custGeom>
              <a:avLst/>
              <a:pathLst>
                <a:path w="79200" h="68589">
                  <a:moveTo>
                    <a:pt x="0" y="0"/>
                  </a:moveTo>
                  <a:lnTo>
                    <a:pt x="39600" y="68589"/>
                  </a:lnTo>
                  <a:lnTo>
                    <a:pt x="79200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523384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483784" y="4619076"/>
              <a:ext cx="79199" cy="68589"/>
            </a:xfrm>
            <a:custGeom>
              <a:avLst/>
              <a:pathLst>
                <a:path w="79199" h="68589">
                  <a:moveTo>
                    <a:pt x="0" y="0"/>
                  </a:moveTo>
                  <a:lnTo>
                    <a:pt x="39599" y="68589"/>
                  </a:lnTo>
                  <a:lnTo>
                    <a:pt x="79199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12029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772429" y="4619076"/>
              <a:ext cx="79200" cy="68589"/>
            </a:xfrm>
            <a:custGeom>
              <a:avLst/>
              <a:pathLst>
                <a:path w="79200" h="68589">
                  <a:moveTo>
                    <a:pt x="0" y="0"/>
                  </a:moveTo>
                  <a:lnTo>
                    <a:pt x="39599" y="68589"/>
                  </a:lnTo>
                  <a:lnTo>
                    <a:pt x="79200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5331970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5292370" y="4619076"/>
              <a:ext cx="79199" cy="68589"/>
            </a:xfrm>
            <a:custGeom>
              <a:avLst/>
              <a:pathLst>
                <a:path w="79199" h="68589">
                  <a:moveTo>
                    <a:pt x="0" y="0"/>
                  </a:moveTo>
                  <a:lnTo>
                    <a:pt x="39599" y="68589"/>
                  </a:lnTo>
                  <a:lnTo>
                    <a:pt x="79199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6620615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6581015" y="4619076"/>
              <a:ext cx="79199" cy="68589"/>
            </a:xfrm>
            <a:custGeom>
              <a:avLst/>
              <a:pathLst>
                <a:path w="79199" h="68589">
                  <a:moveTo>
                    <a:pt x="0" y="0"/>
                  </a:moveTo>
                  <a:lnTo>
                    <a:pt x="39599" y="68589"/>
                  </a:lnTo>
                  <a:lnTo>
                    <a:pt x="79199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09261" y="3806424"/>
              <a:ext cx="0" cy="881241"/>
            </a:xfrm>
            <a:custGeom>
              <a:avLst/>
              <a:pathLst>
                <a:path w="0" h="881241">
                  <a:moveTo>
                    <a:pt x="0" y="0"/>
                  </a:moveTo>
                  <a:lnTo>
                    <a:pt x="0" y="881241"/>
                  </a:lnTo>
                </a:path>
              </a:pathLst>
            </a:custGeom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7869661" y="4619076"/>
              <a:ext cx="79200" cy="68589"/>
            </a:xfrm>
            <a:custGeom>
              <a:avLst/>
              <a:pathLst>
                <a:path w="79200" h="68589">
                  <a:moveTo>
                    <a:pt x="0" y="0"/>
                  </a:moveTo>
                  <a:lnTo>
                    <a:pt x="39600" y="68589"/>
                  </a:lnTo>
                  <a:lnTo>
                    <a:pt x="79200" y="0"/>
                  </a:lnTo>
                  <a:close/>
                </a:path>
              </a:pathLst>
            </a:custGeom>
            <a:solidFill>
              <a:srgbClr val="256F9C">
                <a:alpha val="100000"/>
              </a:srgbClr>
            </a:solidFill>
            <a:ln w="16260" cap="flat">
              <a:solidFill>
                <a:srgbClr val="256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3052059" y="1277645"/>
              <a:ext cx="3039881" cy="8429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003443" y="2963497"/>
              <a:ext cx="3039881" cy="8429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100675" y="2963497"/>
              <a:ext cx="3039881" cy="8429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623457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1912103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3200748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4720689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009335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97980" y="4687665"/>
              <a:ext cx="1222561" cy="122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24391" cap="flat">
              <a:solidFill>
                <a:srgbClr val="4F9A3A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3897995" y="1408544"/>
              <a:ext cx="1348008" cy="109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937939" y="3094397"/>
              <a:ext cx="1170889" cy="109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Non-responders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182526" y="3094397"/>
              <a:ext cx="876178" cy="109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Responders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054281" y="4910630"/>
              <a:ext cx="360913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057680" y="4910630"/>
              <a:ext cx="931407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RRT at 90 days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324700" y="4910630"/>
              <a:ext cx="974658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Liver transplant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151513" y="4910630"/>
              <a:ext cx="360913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154912" y="4910630"/>
              <a:ext cx="931407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RRT at 90 days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7421932" y="4910630"/>
              <a:ext cx="974658" cy="93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4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Liver transplant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128516" y="1642107"/>
              <a:ext cx="886968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2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etoh_hepatitis = 1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871416" y="3327960"/>
              <a:ext cx="1303934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2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hrs_responders_cat_2 = 0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968648" y="3327960"/>
              <a:ext cx="1303934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2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hrs_responders_cat_2 = 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686052" y="5241251"/>
              <a:ext cx="1097371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time_to_death_status = 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2218568" y="5241251"/>
              <a:ext cx="609630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efu_90_rrt = 1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389348" y="5188566"/>
              <a:ext cx="845362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transplant_lt_status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645425" y="5293936"/>
              <a:ext cx="333207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= 1 or 2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783284" y="5241251"/>
              <a:ext cx="1097371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time_to_death_status = 1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6315800" y="5241251"/>
              <a:ext cx="609630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efu_90_rrt = 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7486580" y="5188566"/>
              <a:ext cx="845362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transplant_lt_status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7742657" y="5293936"/>
              <a:ext cx="333207" cy="6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8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= 1 or 2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4369094" y="1883281"/>
              <a:ext cx="405810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58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2320478" y="3569134"/>
              <a:ext cx="405810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31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417710" y="3569134"/>
              <a:ext cx="405810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27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057253" y="5598649"/>
              <a:ext cx="354970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18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2381057" y="5530354"/>
              <a:ext cx="284652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2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161647" y="5666944"/>
              <a:ext cx="723473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(missing: 13)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669703" y="5598649"/>
              <a:ext cx="284652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3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154485" y="5598649"/>
              <a:ext cx="354970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10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478289" y="5530354"/>
              <a:ext cx="284652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6258879" y="5666944"/>
              <a:ext cx="723473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(missing: 11)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766935" y="5598649"/>
              <a:ext cx="284652" cy="90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 = 4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1394688" y="6059959"/>
              <a:ext cx="635462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Outcome boxes can overlap. RRT at 90 days is from the extended follow-up data (missing = no EFU record or field left blank).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2026-10-05T14:42:10Z</dcterms:modified>
  <cp:category/>
</cp:coreProperties>
</file>