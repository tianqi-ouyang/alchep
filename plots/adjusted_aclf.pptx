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(ACLF-grade model)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511630"/>
              <a:ext cx="7591371" cy="1553265"/>
            </a:xfrm>
            <a:custGeom>
              <a:avLst/>
              <a:pathLst>
                <a:path w="7591371" h="1553265">
                  <a:moveTo>
                    <a:pt x="0" y="1553265"/>
                  </a:moveTo>
                  <a:lnTo>
                    <a:pt x="84348" y="1553265"/>
                  </a:lnTo>
                  <a:lnTo>
                    <a:pt x="84348" y="1524255"/>
                  </a:lnTo>
                  <a:lnTo>
                    <a:pt x="168697" y="1524255"/>
                  </a:lnTo>
                  <a:lnTo>
                    <a:pt x="168697" y="1495241"/>
                  </a:lnTo>
                  <a:lnTo>
                    <a:pt x="253045" y="1495241"/>
                  </a:lnTo>
                  <a:lnTo>
                    <a:pt x="253045" y="1466011"/>
                  </a:lnTo>
                  <a:lnTo>
                    <a:pt x="337394" y="1466011"/>
                  </a:lnTo>
                  <a:lnTo>
                    <a:pt x="337394" y="1451250"/>
                  </a:lnTo>
                  <a:lnTo>
                    <a:pt x="421742" y="1451250"/>
                  </a:lnTo>
                  <a:lnTo>
                    <a:pt x="421742" y="1421784"/>
                  </a:lnTo>
                  <a:lnTo>
                    <a:pt x="506091" y="1421784"/>
                  </a:lnTo>
                  <a:lnTo>
                    <a:pt x="506091" y="1392294"/>
                  </a:lnTo>
                  <a:lnTo>
                    <a:pt x="590440" y="1392294"/>
                  </a:lnTo>
                  <a:lnTo>
                    <a:pt x="590440" y="1348181"/>
                  </a:lnTo>
                  <a:lnTo>
                    <a:pt x="674788" y="1348181"/>
                  </a:lnTo>
                  <a:lnTo>
                    <a:pt x="674788" y="1333302"/>
                  </a:lnTo>
                  <a:lnTo>
                    <a:pt x="759137" y="1333302"/>
                  </a:lnTo>
                  <a:lnTo>
                    <a:pt x="759137" y="1259703"/>
                  </a:lnTo>
                  <a:lnTo>
                    <a:pt x="843485" y="1259703"/>
                  </a:lnTo>
                  <a:lnTo>
                    <a:pt x="843485" y="1215160"/>
                  </a:lnTo>
                  <a:lnTo>
                    <a:pt x="927834" y="1215160"/>
                  </a:lnTo>
                  <a:lnTo>
                    <a:pt x="927834" y="1155589"/>
                  </a:lnTo>
                  <a:lnTo>
                    <a:pt x="1012182" y="1155589"/>
                  </a:lnTo>
                  <a:lnTo>
                    <a:pt x="1012182" y="1051591"/>
                  </a:lnTo>
                  <a:lnTo>
                    <a:pt x="1096531" y="1051591"/>
                  </a:lnTo>
                  <a:lnTo>
                    <a:pt x="1096531" y="1005409"/>
                  </a:lnTo>
                  <a:lnTo>
                    <a:pt x="1180880" y="1005409"/>
                  </a:lnTo>
                  <a:lnTo>
                    <a:pt x="1180880" y="974213"/>
                  </a:lnTo>
                  <a:lnTo>
                    <a:pt x="1265228" y="974213"/>
                  </a:lnTo>
                  <a:lnTo>
                    <a:pt x="1265228" y="927510"/>
                  </a:lnTo>
                  <a:lnTo>
                    <a:pt x="1349577" y="927510"/>
                  </a:lnTo>
                  <a:lnTo>
                    <a:pt x="1349577" y="896081"/>
                  </a:lnTo>
                  <a:lnTo>
                    <a:pt x="1433925" y="896081"/>
                  </a:lnTo>
                  <a:lnTo>
                    <a:pt x="1433925" y="864576"/>
                  </a:lnTo>
                  <a:lnTo>
                    <a:pt x="1518274" y="864576"/>
                  </a:lnTo>
                  <a:lnTo>
                    <a:pt x="1518274" y="801638"/>
                  </a:lnTo>
                  <a:lnTo>
                    <a:pt x="1602622" y="801638"/>
                  </a:lnTo>
                  <a:lnTo>
                    <a:pt x="1602622" y="785579"/>
                  </a:lnTo>
                  <a:lnTo>
                    <a:pt x="1686971" y="785579"/>
                  </a:lnTo>
                  <a:lnTo>
                    <a:pt x="1686971" y="769565"/>
                  </a:lnTo>
                  <a:lnTo>
                    <a:pt x="1771320" y="769565"/>
                  </a:lnTo>
                  <a:lnTo>
                    <a:pt x="1771320" y="769565"/>
                  </a:lnTo>
                  <a:lnTo>
                    <a:pt x="1855668" y="769565"/>
                  </a:lnTo>
                  <a:lnTo>
                    <a:pt x="1855668" y="705235"/>
                  </a:lnTo>
                  <a:lnTo>
                    <a:pt x="1940017" y="705235"/>
                  </a:lnTo>
                  <a:lnTo>
                    <a:pt x="1940017" y="705235"/>
                  </a:lnTo>
                  <a:lnTo>
                    <a:pt x="2024365" y="705235"/>
                  </a:lnTo>
                  <a:lnTo>
                    <a:pt x="2024365" y="689007"/>
                  </a:lnTo>
                  <a:lnTo>
                    <a:pt x="2108714" y="689007"/>
                  </a:lnTo>
                  <a:lnTo>
                    <a:pt x="2108714" y="656699"/>
                  </a:lnTo>
                  <a:lnTo>
                    <a:pt x="2193062" y="656699"/>
                  </a:lnTo>
                  <a:lnTo>
                    <a:pt x="2193062" y="592449"/>
                  </a:lnTo>
                  <a:lnTo>
                    <a:pt x="2277411" y="592449"/>
                  </a:lnTo>
                  <a:lnTo>
                    <a:pt x="2277411" y="575961"/>
                  </a:lnTo>
                  <a:lnTo>
                    <a:pt x="2361760" y="575961"/>
                  </a:lnTo>
                  <a:lnTo>
                    <a:pt x="2361760" y="510399"/>
                  </a:lnTo>
                  <a:lnTo>
                    <a:pt x="2446108" y="510399"/>
                  </a:lnTo>
                  <a:lnTo>
                    <a:pt x="2446108" y="461079"/>
                  </a:lnTo>
                  <a:lnTo>
                    <a:pt x="2530457" y="461079"/>
                  </a:lnTo>
                  <a:lnTo>
                    <a:pt x="2530457" y="411875"/>
                  </a:lnTo>
                  <a:lnTo>
                    <a:pt x="2614805" y="411875"/>
                  </a:lnTo>
                  <a:lnTo>
                    <a:pt x="2614805" y="395240"/>
                  </a:lnTo>
                  <a:lnTo>
                    <a:pt x="2699154" y="395240"/>
                  </a:lnTo>
                  <a:lnTo>
                    <a:pt x="2699154" y="395240"/>
                  </a:lnTo>
                  <a:lnTo>
                    <a:pt x="2783503" y="395240"/>
                  </a:lnTo>
                  <a:lnTo>
                    <a:pt x="2783503" y="395240"/>
                  </a:lnTo>
                  <a:lnTo>
                    <a:pt x="2867851" y="395240"/>
                  </a:lnTo>
                  <a:lnTo>
                    <a:pt x="2867851" y="345549"/>
                  </a:lnTo>
                  <a:lnTo>
                    <a:pt x="2952200" y="345549"/>
                  </a:lnTo>
                  <a:lnTo>
                    <a:pt x="2952200" y="312261"/>
                  </a:lnTo>
                  <a:lnTo>
                    <a:pt x="3036548" y="312261"/>
                  </a:lnTo>
                  <a:lnTo>
                    <a:pt x="3036548" y="312261"/>
                  </a:lnTo>
                  <a:lnTo>
                    <a:pt x="3120897" y="312261"/>
                  </a:lnTo>
                  <a:lnTo>
                    <a:pt x="3120897" y="295642"/>
                  </a:lnTo>
                  <a:lnTo>
                    <a:pt x="3205245" y="295642"/>
                  </a:lnTo>
                  <a:lnTo>
                    <a:pt x="3205245" y="279069"/>
                  </a:lnTo>
                  <a:lnTo>
                    <a:pt x="3289594" y="279069"/>
                  </a:lnTo>
                  <a:lnTo>
                    <a:pt x="3289594" y="279069"/>
                  </a:lnTo>
                  <a:lnTo>
                    <a:pt x="3373943" y="279069"/>
                  </a:lnTo>
                  <a:lnTo>
                    <a:pt x="3373943" y="279069"/>
                  </a:lnTo>
                  <a:lnTo>
                    <a:pt x="3458291" y="279069"/>
                  </a:lnTo>
                  <a:lnTo>
                    <a:pt x="3458291" y="279069"/>
                  </a:lnTo>
                  <a:lnTo>
                    <a:pt x="3542640" y="279069"/>
                  </a:lnTo>
                  <a:lnTo>
                    <a:pt x="3542640" y="279069"/>
                  </a:lnTo>
                  <a:lnTo>
                    <a:pt x="3626988" y="279069"/>
                  </a:lnTo>
                  <a:lnTo>
                    <a:pt x="3626988" y="279069"/>
                  </a:lnTo>
                  <a:lnTo>
                    <a:pt x="3711337" y="279069"/>
                  </a:lnTo>
                  <a:lnTo>
                    <a:pt x="3711337" y="279069"/>
                  </a:lnTo>
                  <a:lnTo>
                    <a:pt x="3795685" y="279069"/>
                  </a:lnTo>
                  <a:lnTo>
                    <a:pt x="3795685" y="262519"/>
                  </a:lnTo>
                  <a:lnTo>
                    <a:pt x="3880034" y="262519"/>
                  </a:lnTo>
                  <a:lnTo>
                    <a:pt x="3880034" y="262519"/>
                  </a:lnTo>
                  <a:lnTo>
                    <a:pt x="3964383" y="262519"/>
                  </a:lnTo>
                  <a:lnTo>
                    <a:pt x="3964383" y="246003"/>
                  </a:lnTo>
                  <a:lnTo>
                    <a:pt x="4048731" y="246003"/>
                  </a:lnTo>
                  <a:lnTo>
                    <a:pt x="4048731" y="229525"/>
                  </a:lnTo>
                  <a:lnTo>
                    <a:pt x="4133080" y="229525"/>
                  </a:lnTo>
                  <a:lnTo>
                    <a:pt x="4133080" y="196774"/>
                  </a:lnTo>
                  <a:lnTo>
                    <a:pt x="4217428" y="196774"/>
                  </a:lnTo>
                  <a:lnTo>
                    <a:pt x="4217428" y="196774"/>
                  </a:lnTo>
                  <a:lnTo>
                    <a:pt x="4301777" y="196774"/>
                  </a:lnTo>
                  <a:lnTo>
                    <a:pt x="4301777" y="196774"/>
                  </a:lnTo>
                  <a:lnTo>
                    <a:pt x="4386125" y="196774"/>
                  </a:lnTo>
                  <a:lnTo>
                    <a:pt x="4386125" y="180451"/>
                  </a:lnTo>
                  <a:lnTo>
                    <a:pt x="4470474" y="180451"/>
                  </a:lnTo>
                  <a:lnTo>
                    <a:pt x="4470474" y="180451"/>
                  </a:lnTo>
                  <a:lnTo>
                    <a:pt x="4554823" y="180451"/>
                  </a:lnTo>
                  <a:lnTo>
                    <a:pt x="4554823" y="164155"/>
                  </a:lnTo>
                  <a:lnTo>
                    <a:pt x="4639171" y="164155"/>
                  </a:lnTo>
                  <a:lnTo>
                    <a:pt x="4639171" y="164155"/>
                  </a:lnTo>
                  <a:lnTo>
                    <a:pt x="4723520" y="164155"/>
                  </a:lnTo>
                  <a:lnTo>
                    <a:pt x="4723520" y="164155"/>
                  </a:lnTo>
                  <a:lnTo>
                    <a:pt x="4807868" y="164155"/>
                  </a:lnTo>
                  <a:lnTo>
                    <a:pt x="4807868" y="164155"/>
                  </a:lnTo>
                  <a:lnTo>
                    <a:pt x="4892217" y="164155"/>
                  </a:lnTo>
                  <a:lnTo>
                    <a:pt x="4892217" y="164155"/>
                  </a:lnTo>
                  <a:lnTo>
                    <a:pt x="4976565" y="164155"/>
                  </a:lnTo>
                  <a:lnTo>
                    <a:pt x="4976565" y="147930"/>
                  </a:lnTo>
                  <a:lnTo>
                    <a:pt x="5060914" y="147930"/>
                  </a:lnTo>
                  <a:lnTo>
                    <a:pt x="5060914" y="115711"/>
                  </a:lnTo>
                  <a:lnTo>
                    <a:pt x="5145263" y="115711"/>
                  </a:lnTo>
                  <a:lnTo>
                    <a:pt x="5145263" y="115711"/>
                  </a:lnTo>
                  <a:lnTo>
                    <a:pt x="5229611" y="115711"/>
                  </a:lnTo>
                  <a:lnTo>
                    <a:pt x="5229611" y="115711"/>
                  </a:lnTo>
                  <a:lnTo>
                    <a:pt x="5313960" y="115711"/>
                  </a:lnTo>
                  <a:lnTo>
                    <a:pt x="5313960" y="115711"/>
                  </a:lnTo>
                  <a:lnTo>
                    <a:pt x="5398308" y="115711"/>
                  </a:lnTo>
                  <a:lnTo>
                    <a:pt x="5398308" y="99452"/>
                  </a:lnTo>
                  <a:lnTo>
                    <a:pt x="5482657" y="99452"/>
                  </a:lnTo>
                  <a:lnTo>
                    <a:pt x="5482657" y="83225"/>
                  </a:lnTo>
                  <a:lnTo>
                    <a:pt x="5567006" y="83225"/>
                  </a:lnTo>
                  <a:lnTo>
                    <a:pt x="5567006" y="83225"/>
                  </a:lnTo>
                  <a:lnTo>
                    <a:pt x="5651354" y="83225"/>
                  </a:lnTo>
                  <a:lnTo>
                    <a:pt x="5651354" y="83225"/>
                  </a:lnTo>
                  <a:lnTo>
                    <a:pt x="5735703" y="83225"/>
                  </a:lnTo>
                  <a:lnTo>
                    <a:pt x="5735703" y="67010"/>
                  </a:lnTo>
                  <a:lnTo>
                    <a:pt x="5820051" y="67010"/>
                  </a:lnTo>
                  <a:lnTo>
                    <a:pt x="5820051" y="67010"/>
                  </a:lnTo>
                  <a:lnTo>
                    <a:pt x="5904400" y="67010"/>
                  </a:lnTo>
                  <a:lnTo>
                    <a:pt x="5904400" y="67010"/>
                  </a:lnTo>
                  <a:lnTo>
                    <a:pt x="5988748" y="67010"/>
                  </a:lnTo>
                  <a:lnTo>
                    <a:pt x="5988748" y="67010"/>
                  </a:lnTo>
                  <a:lnTo>
                    <a:pt x="6073097" y="67010"/>
                  </a:lnTo>
                  <a:lnTo>
                    <a:pt x="6073097" y="67010"/>
                  </a:lnTo>
                  <a:lnTo>
                    <a:pt x="6157446" y="67010"/>
                  </a:lnTo>
                  <a:lnTo>
                    <a:pt x="6157446" y="33589"/>
                  </a:lnTo>
                  <a:lnTo>
                    <a:pt x="6241794" y="33589"/>
                  </a:lnTo>
                  <a:lnTo>
                    <a:pt x="6241794" y="33589"/>
                  </a:lnTo>
                  <a:lnTo>
                    <a:pt x="6326143" y="33589"/>
                  </a:lnTo>
                  <a:lnTo>
                    <a:pt x="6326143" y="33589"/>
                  </a:lnTo>
                  <a:lnTo>
                    <a:pt x="6410491" y="33589"/>
                  </a:lnTo>
                  <a:lnTo>
                    <a:pt x="6410491" y="33589"/>
                  </a:lnTo>
                  <a:lnTo>
                    <a:pt x="6494840" y="33589"/>
                  </a:lnTo>
                  <a:lnTo>
                    <a:pt x="6494840" y="33589"/>
                  </a:lnTo>
                  <a:lnTo>
                    <a:pt x="6579188" y="33589"/>
                  </a:lnTo>
                  <a:lnTo>
                    <a:pt x="6579188" y="33589"/>
                  </a:lnTo>
                  <a:lnTo>
                    <a:pt x="6663537" y="33589"/>
                  </a:lnTo>
                  <a:lnTo>
                    <a:pt x="6663537" y="33589"/>
                  </a:lnTo>
                  <a:lnTo>
                    <a:pt x="6747886" y="33589"/>
                  </a:lnTo>
                  <a:lnTo>
                    <a:pt x="6747886" y="16757"/>
                  </a:lnTo>
                  <a:lnTo>
                    <a:pt x="6832234" y="16757"/>
                  </a:lnTo>
                  <a:lnTo>
                    <a:pt x="6832234" y="16757"/>
                  </a:lnTo>
                  <a:lnTo>
                    <a:pt x="6916583" y="16757"/>
                  </a:lnTo>
                  <a:lnTo>
                    <a:pt x="6916583" y="16757"/>
                  </a:lnTo>
                  <a:lnTo>
                    <a:pt x="7000931" y="16757"/>
                  </a:lnTo>
                  <a:lnTo>
                    <a:pt x="7000931" y="16757"/>
                  </a:lnTo>
                  <a:lnTo>
                    <a:pt x="7085280" y="16757"/>
                  </a:lnTo>
                  <a:lnTo>
                    <a:pt x="7085280" y="16757"/>
                  </a:lnTo>
                  <a:lnTo>
                    <a:pt x="7169628" y="16757"/>
                  </a:lnTo>
                  <a:lnTo>
                    <a:pt x="7169628" y="16757"/>
                  </a:lnTo>
                  <a:lnTo>
                    <a:pt x="7253977" y="16757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854992"/>
              <a:ext cx="7591371" cy="1209903"/>
            </a:xfrm>
            <a:custGeom>
              <a:avLst/>
              <a:pathLst>
                <a:path w="7591371" h="1209903">
                  <a:moveTo>
                    <a:pt x="0" y="1209903"/>
                  </a:moveTo>
                  <a:lnTo>
                    <a:pt x="84348" y="1209903"/>
                  </a:lnTo>
                  <a:lnTo>
                    <a:pt x="84348" y="1189024"/>
                  </a:lnTo>
                  <a:lnTo>
                    <a:pt x="168697" y="1189024"/>
                  </a:lnTo>
                  <a:lnTo>
                    <a:pt x="168697" y="1168090"/>
                  </a:lnTo>
                  <a:lnTo>
                    <a:pt x="253045" y="1168090"/>
                  </a:lnTo>
                  <a:lnTo>
                    <a:pt x="253045" y="1146947"/>
                  </a:lnTo>
                  <a:lnTo>
                    <a:pt x="337394" y="1146947"/>
                  </a:lnTo>
                  <a:lnTo>
                    <a:pt x="337394" y="1136250"/>
                  </a:lnTo>
                  <a:lnTo>
                    <a:pt x="421742" y="1136250"/>
                  </a:lnTo>
                  <a:lnTo>
                    <a:pt x="421742" y="1114855"/>
                  </a:lnTo>
                  <a:lnTo>
                    <a:pt x="506091" y="1114855"/>
                  </a:lnTo>
                  <a:lnTo>
                    <a:pt x="506091" y="1093387"/>
                  </a:lnTo>
                  <a:lnTo>
                    <a:pt x="590440" y="1093387"/>
                  </a:lnTo>
                  <a:lnTo>
                    <a:pt x="590440" y="1061169"/>
                  </a:lnTo>
                  <a:lnTo>
                    <a:pt x="674788" y="1061169"/>
                  </a:lnTo>
                  <a:lnTo>
                    <a:pt x="674788" y="1050273"/>
                  </a:lnTo>
                  <a:lnTo>
                    <a:pt x="759137" y="1050273"/>
                  </a:lnTo>
                  <a:lnTo>
                    <a:pt x="759137" y="996161"/>
                  </a:lnTo>
                  <a:lnTo>
                    <a:pt x="843485" y="996161"/>
                  </a:lnTo>
                  <a:lnTo>
                    <a:pt x="843485" y="963232"/>
                  </a:lnTo>
                  <a:lnTo>
                    <a:pt x="927834" y="963232"/>
                  </a:lnTo>
                  <a:lnTo>
                    <a:pt x="927834" y="918978"/>
                  </a:lnTo>
                  <a:lnTo>
                    <a:pt x="1012182" y="918978"/>
                  </a:lnTo>
                  <a:lnTo>
                    <a:pt x="1012182" y="841110"/>
                  </a:lnTo>
                  <a:lnTo>
                    <a:pt x="1096531" y="841110"/>
                  </a:lnTo>
                  <a:lnTo>
                    <a:pt x="1096531" y="806274"/>
                  </a:lnTo>
                  <a:lnTo>
                    <a:pt x="1180880" y="806274"/>
                  </a:lnTo>
                  <a:lnTo>
                    <a:pt x="1180880" y="782650"/>
                  </a:lnTo>
                  <a:lnTo>
                    <a:pt x="1265228" y="782650"/>
                  </a:lnTo>
                  <a:lnTo>
                    <a:pt x="1265228" y="747143"/>
                  </a:lnTo>
                  <a:lnTo>
                    <a:pt x="1349577" y="747143"/>
                  </a:lnTo>
                  <a:lnTo>
                    <a:pt x="1349577" y="723151"/>
                  </a:lnTo>
                  <a:lnTo>
                    <a:pt x="1433925" y="723151"/>
                  </a:lnTo>
                  <a:lnTo>
                    <a:pt x="1433925" y="699022"/>
                  </a:lnTo>
                  <a:lnTo>
                    <a:pt x="1518274" y="699022"/>
                  </a:lnTo>
                  <a:lnTo>
                    <a:pt x="1518274" y="650574"/>
                  </a:lnTo>
                  <a:lnTo>
                    <a:pt x="1602622" y="650574"/>
                  </a:lnTo>
                  <a:lnTo>
                    <a:pt x="1602622" y="638160"/>
                  </a:lnTo>
                  <a:lnTo>
                    <a:pt x="1686971" y="638160"/>
                  </a:lnTo>
                  <a:lnTo>
                    <a:pt x="1686971" y="625759"/>
                  </a:lnTo>
                  <a:lnTo>
                    <a:pt x="1771320" y="625759"/>
                  </a:lnTo>
                  <a:lnTo>
                    <a:pt x="1771320" y="625759"/>
                  </a:lnTo>
                  <a:lnTo>
                    <a:pt x="1855668" y="625759"/>
                  </a:lnTo>
                  <a:lnTo>
                    <a:pt x="1855668" y="575717"/>
                  </a:lnTo>
                  <a:lnTo>
                    <a:pt x="1940017" y="575717"/>
                  </a:lnTo>
                  <a:lnTo>
                    <a:pt x="1940017" y="575717"/>
                  </a:lnTo>
                  <a:lnTo>
                    <a:pt x="2024365" y="575717"/>
                  </a:lnTo>
                  <a:lnTo>
                    <a:pt x="2024365" y="563037"/>
                  </a:lnTo>
                  <a:lnTo>
                    <a:pt x="2108714" y="563037"/>
                  </a:lnTo>
                  <a:lnTo>
                    <a:pt x="2108714" y="537721"/>
                  </a:lnTo>
                  <a:lnTo>
                    <a:pt x="2193062" y="537721"/>
                  </a:lnTo>
                  <a:lnTo>
                    <a:pt x="2193062" y="487094"/>
                  </a:lnTo>
                  <a:lnTo>
                    <a:pt x="2277411" y="487094"/>
                  </a:lnTo>
                  <a:lnTo>
                    <a:pt x="2277411" y="474040"/>
                  </a:lnTo>
                  <a:lnTo>
                    <a:pt x="2361760" y="474040"/>
                  </a:lnTo>
                  <a:lnTo>
                    <a:pt x="2361760" y="421876"/>
                  </a:lnTo>
                  <a:lnTo>
                    <a:pt x="2446108" y="421876"/>
                  </a:lnTo>
                  <a:lnTo>
                    <a:pt x="2446108" y="382359"/>
                  </a:lnTo>
                  <a:lnTo>
                    <a:pt x="2530457" y="382359"/>
                  </a:lnTo>
                  <a:lnTo>
                    <a:pt x="2530457" y="342689"/>
                  </a:lnTo>
                  <a:lnTo>
                    <a:pt x="2614805" y="342689"/>
                  </a:lnTo>
                  <a:lnTo>
                    <a:pt x="2614805" y="329222"/>
                  </a:lnTo>
                  <a:lnTo>
                    <a:pt x="2699154" y="329222"/>
                  </a:lnTo>
                  <a:lnTo>
                    <a:pt x="2699154" y="329222"/>
                  </a:lnTo>
                  <a:lnTo>
                    <a:pt x="2783503" y="329222"/>
                  </a:lnTo>
                  <a:lnTo>
                    <a:pt x="2783503" y="329222"/>
                  </a:lnTo>
                  <a:lnTo>
                    <a:pt x="2867851" y="329222"/>
                  </a:lnTo>
                  <a:lnTo>
                    <a:pt x="2867851" y="288818"/>
                  </a:lnTo>
                  <a:lnTo>
                    <a:pt x="2952200" y="288818"/>
                  </a:lnTo>
                  <a:lnTo>
                    <a:pt x="2952200" y="261603"/>
                  </a:lnTo>
                  <a:lnTo>
                    <a:pt x="3036548" y="261603"/>
                  </a:lnTo>
                  <a:lnTo>
                    <a:pt x="3036548" y="261603"/>
                  </a:lnTo>
                  <a:lnTo>
                    <a:pt x="3120897" y="261603"/>
                  </a:lnTo>
                  <a:lnTo>
                    <a:pt x="3120897" y="247970"/>
                  </a:lnTo>
                  <a:lnTo>
                    <a:pt x="3205245" y="247970"/>
                  </a:lnTo>
                  <a:lnTo>
                    <a:pt x="3205245" y="234345"/>
                  </a:lnTo>
                  <a:lnTo>
                    <a:pt x="3289594" y="234345"/>
                  </a:lnTo>
                  <a:lnTo>
                    <a:pt x="3289594" y="234345"/>
                  </a:lnTo>
                  <a:lnTo>
                    <a:pt x="3373943" y="234345"/>
                  </a:lnTo>
                  <a:lnTo>
                    <a:pt x="3373943" y="234345"/>
                  </a:lnTo>
                  <a:lnTo>
                    <a:pt x="3458291" y="234345"/>
                  </a:lnTo>
                  <a:lnTo>
                    <a:pt x="3458291" y="234345"/>
                  </a:lnTo>
                  <a:lnTo>
                    <a:pt x="3542640" y="234345"/>
                  </a:lnTo>
                  <a:lnTo>
                    <a:pt x="3542640" y="234345"/>
                  </a:lnTo>
                  <a:lnTo>
                    <a:pt x="3626988" y="234345"/>
                  </a:lnTo>
                  <a:lnTo>
                    <a:pt x="3626988" y="234345"/>
                  </a:lnTo>
                  <a:lnTo>
                    <a:pt x="3711337" y="234345"/>
                  </a:lnTo>
                  <a:lnTo>
                    <a:pt x="3711337" y="234345"/>
                  </a:lnTo>
                  <a:lnTo>
                    <a:pt x="3795685" y="234345"/>
                  </a:lnTo>
                  <a:lnTo>
                    <a:pt x="3795685" y="220708"/>
                  </a:lnTo>
                  <a:lnTo>
                    <a:pt x="3880034" y="220708"/>
                  </a:lnTo>
                  <a:lnTo>
                    <a:pt x="3880034" y="220708"/>
                  </a:lnTo>
                  <a:lnTo>
                    <a:pt x="3964383" y="220708"/>
                  </a:lnTo>
                  <a:lnTo>
                    <a:pt x="3964383" y="207067"/>
                  </a:lnTo>
                  <a:lnTo>
                    <a:pt x="4048731" y="207067"/>
                  </a:lnTo>
                  <a:lnTo>
                    <a:pt x="4048731" y="193427"/>
                  </a:lnTo>
                  <a:lnTo>
                    <a:pt x="4133080" y="193427"/>
                  </a:lnTo>
                  <a:lnTo>
                    <a:pt x="4133080" y="166223"/>
                  </a:lnTo>
                  <a:lnTo>
                    <a:pt x="4217428" y="166223"/>
                  </a:lnTo>
                  <a:lnTo>
                    <a:pt x="4217428" y="166223"/>
                  </a:lnTo>
                  <a:lnTo>
                    <a:pt x="4301777" y="166223"/>
                  </a:lnTo>
                  <a:lnTo>
                    <a:pt x="4301777" y="166223"/>
                  </a:lnTo>
                  <a:lnTo>
                    <a:pt x="4386125" y="166223"/>
                  </a:lnTo>
                  <a:lnTo>
                    <a:pt x="4386125" y="152617"/>
                  </a:lnTo>
                  <a:lnTo>
                    <a:pt x="4470474" y="152617"/>
                  </a:lnTo>
                  <a:lnTo>
                    <a:pt x="4470474" y="152617"/>
                  </a:lnTo>
                  <a:lnTo>
                    <a:pt x="4554823" y="152617"/>
                  </a:lnTo>
                  <a:lnTo>
                    <a:pt x="4554823" y="139002"/>
                  </a:lnTo>
                  <a:lnTo>
                    <a:pt x="4639171" y="139002"/>
                  </a:lnTo>
                  <a:lnTo>
                    <a:pt x="4639171" y="139002"/>
                  </a:lnTo>
                  <a:lnTo>
                    <a:pt x="4723520" y="139002"/>
                  </a:lnTo>
                  <a:lnTo>
                    <a:pt x="4723520" y="139002"/>
                  </a:lnTo>
                  <a:lnTo>
                    <a:pt x="4807868" y="139002"/>
                  </a:lnTo>
                  <a:lnTo>
                    <a:pt x="4807868" y="139002"/>
                  </a:lnTo>
                  <a:lnTo>
                    <a:pt x="4892217" y="139002"/>
                  </a:lnTo>
                  <a:lnTo>
                    <a:pt x="4892217" y="139002"/>
                  </a:lnTo>
                  <a:lnTo>
                    <a:pt x="4976565" y="139002"/>
                  </a:lnTo>
                  <a:lnTo>
                    <a:pt x="4976565" y="125414"/>
                  </a:lnTo>
                  <a:lnTo>
                    <a:pt x="5060914" y="125414"/>
                  </a:lnTo>
                  <a:lnTo>
                    <a:pt x="5060914" y="98336"/>
                  </a:lnTo>
                  <a:lnTo>
                    <a:pt x="5145263" y="98336"/>
                  </a:lnTo>
                  <a:lnTo>
                    <a:pt x="5145263" y="98336"/>
                  </a:lnTo>
                  <a:lnTo>
                    <a:pt x="5229611" y="98336"/>
                  </a:lnTo>
                  <a:lnTo>
                    <a:pt x="5229611" y="98336"/>
                  </a:lnTo>
                  <a:lnTo>
                    <a:pt x="5313960" y="98336"/>
                  </a:lnTo>
                  <a:lnTo>
                    <a:pt x="5313960" y="98336"/>
                  </a:lnTo>
                  <a:lnTo>
                    <a:pt x="5398308" y="98336"/>
                  </a:lnTo>
                  <a:lnTo>
                    <a:pt x="5398308" y="84622"/>
                  </a:lnTo>
                  <a:lnTo>
                    <a:pt x="5482657" y="84622"/>
                  </a:lnTo>
                  <a:lnTo>
                    <a:pt x="5482657" y="70903"/>
                  </a:lnTo>
                  <a:lnTo>
                    <a:pt x="5567006" y="70903"/>
                  </a:lnTo>
                  <a:lnTo>
                    <a:pt x="5567006" y="70903"/>
                  </a:lnTo>
                  <a:lnTo>
                    <a:pt x="5651354" y="70903"/>
                  </a:lnTo>
                  <a:lnTo>
                    <a:pt x="5651354" y="70903"/>
                  </a:lnTo>
                  <a:lnTo>
                    <a:pt x="5735703" y="70903"/>
                  </a:lnTo>
                  <a:lnTo>
                    <a:pt x="5735703" y="57159"/>
                  </a:lnTo>
                  <a:lnTo>
                    <a:pt x="5820051" y="57159"/>
                  </a:lnTo>
                  <a:lnTo>
                    <a:pt x="5820051" y="57159"/>
                  </a:lnTo>
                  <a:lnTo>
                    <a:pt x="5904400" y="57159"/>
                  </a:lnTo>
                  <a:lnTo>
                    <a:pt x="5904400" y="57159"/>
                  </a:lnTo>
                  <a:lnTo>
                    <a:pt x="5988748" y="57159"/>
                  </a:lnTo>
                  <a:lnTo>
                    <a:pt x="5988748" y="57159"/>
                  </a:lnTo>
                  <a:lnTo>
                    <a:pt x="6073097" y="57159"/>
                  </a:lnTo>
                  <a:lnTo>
                    <a:pt x="6073097" y="57159"/>
                  </a:lnTo>
                  <a:lnTo>
                    <a:pt x="6157446" y="57159"/>
                  </a:lnTo>
                  <a:lnTo>
                    <a:pt x="6157446" y="28725"/>
                  </a:lnTo>
                  <a:lnTo>
                    <a:pt x="6241794" y="28725"/>
                  </a:lnTo>
                  <a:lnTo>
                    <a:pt x="6241794" y="28725"/>
                  </a:lnTo>
                  <a:lnTo>
                    <a:pt x="6326143" y="28725"/>
                  </a:lnTo>
                  <a:lnTo>
                    <a:pt x="6326143" y="28725"/>
                  </a:lnTo>
                  <a:lnTo>
                    <a:pt x="6410491" y="28725"/>
                  </a:lnTo>
                  <a:lnTo>
                    <a:pt x="6410491" y="28725"/>
                  </a:lnTo>
                  <a:lnTo>
                    <a:pt x="6494840" y="28725"/>
                  </a:lnTo>
                  <a:lnTo>
                    <a:pt x="6494840" y="28725"/>
                  </a:lnTo>
                  <a:lnTo>
                    <a:pt x="6579188" y="28725"/>
                  </a:lnTo>
                  <a:lnTo>
                    <a:pt x="6579188" y="28725"/>
                  </a:lnTo>
                  <a:lnTo>
                    <a:pt x="6663537" y="28725"/>
                  </a:lnTo>
                  <a:lnTo>
                    <a:pt x="6663537" y="28725"/>
                  </a:lnTo>
                  <a:lnTo>
                    <a:pt x="6747886" y="28725"/>
                  </a:lnTo>
                  <a:lnTo>
                    <a:pt x="6747886" y="14350"/>
                  </a:lnTo>
                  <a:lnTo>
                    <a:pt x="6832234" y="14350"/>
                  </a:lnTo>
                  <a:lnTo>
                    <a:pt x="6832234" y="14350"/>
                  </a:lnTo>
                  <a:lnTo>
                    <a:pt x="6916583" y="14350"/>
                  </a:lnTo>
                  <a:lnTo>
                    <a:pt x="6916583" y="14350"/>
                  </a:lnTo>
                  <a:lnTo>
                    <a:pt x="7000931" y="14350"/>
                  </a:lnTo>
                  <a:lnTo>
                    <a:pt x="7000931" y="14350"/>
                  </a:lnTo>
                  <a:lnTo>
                    <a:pt x="7085280" y="14350"/>
                  </a:lnTo>
                  <a:lnTo>
                    <a:pt x="7085280" y="14350"/>
                  </a:lnTo>
                  <a:lnTo>
                    <a:pt x="7169628" y="14350"/>
                  </a:lnTo>
                  <a:lnTo>
                    <a:pt x="7169628" y="14350"/>
                  </a:lnTo>
                  <a:lnTo>
                    <a:pt x="7253977" y="1435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777811" y="5285568"/>
              <a:ext cx="207477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terlipressin initiation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185757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ACLF-grade model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2026-10-16T11:34:31Z</dcterms:modified>
  <cp:category/>
</cp:coreProperties>
</file>