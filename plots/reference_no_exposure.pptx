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Reference CIF (age + admit_meld_3, no exposure)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457200" y="1188720"/>
            <a:ext cx="8229600" cy="5029200"/>
            <a:chOff x="457200" y="1188720"/>
            <a:chExt cx="8229600" cy="5029200"/>
          </a:xfrm>
        </p:grpSpPr>
        <p:sp>
          <p:nvSpPr>
            <p:cNvPr id="4" name="pl3"/>
            <p:cNvSpPr/>
            <p:nvPr/>
          </p:nvSpPr>
          <p:spPr>
            <a:xfrm>
              <a:off x="1019512" y="5105888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019512" y="4141640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19512" y="317739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019512" y="2213143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284741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15198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7345656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019512" y="5588012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019512" y="4623764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019512" y="3659516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019512" y="2695267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019512" y="1731019"/>
              <a:ext cx="7591371" cy="0"/>
            </a:xfrm>
            <a:custGeom>
              <a:avLst/>
              <a:pathLst>
                <a:path w="7591371" h="0">
                  <a:moveTo>
                    <a:pt x="0" y="0"/>
                  </a:move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019512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549970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6080427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8610884" y="1731019"/>
              <a:ext cx="0" cy="3856993"/>
            </a:xfrm>
            <a:custGeom>
              <a:avLst/>
              <a:pathLst>
                <a:path w="0" h="3856993">
                  <a:moveTo>
                    <a:pt x="0" y="385699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19512" y="3967809"/>
              <a:ext cx="7591371" cy="1620203"/>
            </a:xfrm>
            <a:custGeom>
              <a:avLst/>
              <a:pathLst>
                <a:path w="7591371" h="1620203">
                  <a:moveTo>
                    <a:pt x="0" y="1620203"/>
                  </a:moveTo>
                  <a:lnTo>
                    <a:pt x="84348" y="1620203"/>
                  </a:lnTo>
                  <a:lnTo>
                    <a:pt x="84348" y="1588734"/>
                  </a:lnTo>
                  <a:lnTo>
                    <a:pt x="168697" y="1588734"/>
                  </a:lnTo>
                  <a:lnTo>
                    <a:pt x="168697" y="1557326"/>
                  </a:lnTo>
                  <a:lnTo>
                    <a:pt x="253045" y="1557326"/>
                  </a:lnTo>
                  <a:lnTo>
                    <a:pt x="253045" y="1525923"/>
                  </a:lnTo>
                  <a:lnTo>
                    <a:pt x="337394" y="1525923"/>
                  </a:lnTo>
                  <a:lnTo>
                    <a:pt x="337394" y="1510097"/>
                  </a:lnTo>
                  <a:lnTo>
                    <a:pt x="421742" y="1510097"/>
                  </a:lnTo>
                  <a:lnTo>
                    <a:pt x="421742" y="1478541"/>
                  </a:lnTo>
                  <a:lnTo>
                    <a:pt x="506091" y="1478541"/>
                  </a:lnTo>
                  <a:lnTo>
                    <a:pt x="506091" y="1446962"/>
                  </a:lnTo>
                  <a:lnTo>
                    <a:pt x="590440" y="1446962"/>
                  </a:lnTo>
                  <a:lnTo>
                    <a:pt x="590440" y="1399638"/>
                  </a:lnTo>
                  <a:lnTo>
                    <a:pt x="674788" y="1399638"/>
                  </a:lnTo>
                  <a:lnTo>
                    <a:pt x="674788" y="1383718"/>
                  </a:lnTo>
                  <a:lnTo>
                    <a:pt x="759137" y="1383718"/>
                  </a:lnTo>
                  <a:lnTo>
                    <a:pt x="759137" y="1304879"/>
                  </a:lnTo>
                  <a:lnTo>
                    <a:pt x="843485" y="1304879"/>
                  </a:lnTo>
                  <a:lnTo>
                    <a:pt x="843485" y="1257211"/>
                  </a:lnTo>
                  <a:lnTo>
                    <a:pt x="927834" y="1257211"/>
                  </a:lnTo>
                  <a:lnTo>
                    <a:pt x="927834" y="1193691"/>
                  </a:lnTo>
                  <a:lnTo>
                    <a:pt x="1012182" y="1193691"/>
                  </a:lnTo>
                  <a:lnTo>
                    <a:pt x="1012182" y="1083276"/>
                  </a:lnTo>
                  <a:lnTo>
                    <a:pt x="1096531" y="1083276"/>
                  </a:lnTo>
                  <a:lnTo>
                    <a:pt x="1096531" y="1034904"/>
                  </a:lnTo>
                  <a:lnTo>
                    <a:pt x="1180880" y="1034904"/>
                  </a:lnTo>
                  <a:lnTo>
                    <a:pt x="1180880" y="1002487"/>
                  </a:lnTo>
                  <a:lnTo>
                    <a:pt x="1265228" y="1002487"/>
                  </a:lnTo>
                  <a:lnTo>
                    <a:pt x="1265228" y="954002"/>
                  </a:lnTo>
                  <a:lnTo>
                    <a:pt x="1349577" y="954002"/>
                  </a:lnTo>
                  <a:lnTo>
                    <a:pt x="1349577" y="921445"/>
                  </a:lnTo>
                  <a:lnTo>
                    <a:pt x="1433925" y="921445"/>
                  </a:lnTo>
                  <a:lnTo>
                    <a:pt x="1433925" y="888813"/>
                  </a:lnTo>
                  <a:lnTo>
                    <a:pt x="1518274" y="888813"/>
                  </a:lnTo>
                  <a:lnTo>
                    <a:pt x="1518274" y="823752"/>
                  </a:lnTo>
                  <a:lnTo>
                    <a:pt x="1602622" y="823752"/>
                  </a:lnTo>
                  <a:lnTo>
                    <a:pt x="1602622" y="807258"/>
                  </a:lnTo>
                  <a:lnTo>
                    <a:pt x="1686971" y="807258"/>
                  </a:lnTo>
                  <a:lnTo>
                    <a:pt x="1686971" y="790779"/>
                  </a:lnTo>
                  <a:lnTo>
                    <a:pt x="1771320" y="790779"/>
                  </a:lnTo>
                  <a:lnTo>
                    <a:pt x="1771320" y="790779"/>
                  </a:lnTo>
                  <a:lnTo>
                    <a:pt x="1855668" y="790779"/>
                  </a:lnTo>
                  <a:lnTo>
                    <a:pt x="1855668" y="724621"/>
                  </a:lnTo>
                  <a:lnTo>
                    <a:pt x="1940017" y="724621"/>
                  </a:lnTo>
                  <a:lnTo>
                    <a:pt x="1940017" y="724621"/>
                  </a:lnTo>
                  <a:lnTo>
                    <a:pt x="2024365" y="724621"/>
                  </a:lnTo>
                  <a:lnTo>
                    <a:pt x="2024365" y="708002"/>
                  </a:lnTo>
                  <a:lnTo>
                    <a:pt x="2108714" y="708002"/>
                  </a:lnTo>
                  <a:lnTo>
                    <a:pt x="2108714" y="674903"/>
                  </a:lnTo>
                  <a:lnTo>
                    <a:pt x="2193062" y="674903"/>
                  </a:lnTo>
                  <a:lnTo>
                    <a:pt x="2193062" y="609150"/>
                  </a:lnTo>
                  <a:lnTo>
                    <a:pt x="2277411" y="609150"/>
                  </a:lnTo>
                  <a:lnTo>
                    <a:pt x="2277411" y="592481"/>
                  </a:lnTo>
                  <a:lnTo>
                    <a:pt x="2361760" y="592481"/>
                  </a:lnTo>
                  <a:lnTo>
                    <a:pt x="2361760" y="526156"/>
                  </a:lnTo>
                  <a:lnTo>
                    <a:pt x="2446108" y="526156"/>
                  </a:lnTo>
                  <a:lnTo>
                    <a:pt x="2446108" y="476118"/>
                  </a:lnTo>
                  <a:lnTo>
                    <a:pt x="2530457" y="476118"/>
                  </a:lnTo>
                  <a:lnTo>
                    <a:pt x="2530457" y="426175"/>
                  </a:lnTo>
                  <a:lnTo>
                    <a:pt x="2614805" y="426175"/>
                  </a:lnTo>
                  <a:lnTo>
                    <a:pt x="2614805" y="409282"/>
                  </a:lnTo>
                  <a:lnTo>
                    <a:pt x="2699154" y="409282"/>
                  </a:lnTo>
                  <a:lnTo>
                    <a:pt x="2699154" y="409282"/>
                  </a:lnTo>
                  <a:lnTo>
                    <a:pt x="2783503" y="409282"/>
                  </a:lnTo>
                  <a:lnTo>
                    <a:pt x="2783503" y="409282"/>
                  </a:lnTo>
                  <a:lnTo>
                    <a:pt x="2867851" y="409282"/>
                  </a:lnTo>
                  <a:lnTo>
                    <a:pt x="2867851" y="358983"/>
                  </a:lnTo>
                  <a:lnTo>
                    <a:pt x="2952200" y="358983"/>
                  </a:lnTo>
                  <a:lnTo>
                    <a:pt x="2952200" y="325240"/>
                  </a:lnTo>
                  <a:lnTo>
                    <a:pt x="3036548" y="325240"/>
                  </a:lnTo>
                  <a:lnTo>
                    <a:pt x="3036548" y="325240"/>
                  </a:lnTo>
                  <a:lnTo>
                    <a:pt x="3120897" y="325240"/>
                  </a:lnTo>
                  <a:lnTo>
                    <a:pt x="3120897" y="308292"/>
                  </a:lnTo>
                  <a:lnTo>
                    <a:pt x="3205245" y="308292"/>
                  </a:lnTo>
                  <a:lnTo>
                    <a:pt x="3205245" y="291346"/>
                  </a:lnTo>
                  <a:lnTo>
                    <a:pt x="3289594" y="291346"/>
                  </a:lnTo>
                  <a:lnTo>
                    <a:pt x="3289594" y="291346"/>
                  </a:lnTo>
                  <a:lnTo>
                    <a:pt x="3373943" y="291346"/>
                  </a:lnTo>
                  <a:lnTo>
                    <a:pt x="3373943" y="291346"/>
                  </a:lnTo>
                  <a:lnTo>
                    <a:pt x="3458291" y="291346"/>
                  </a:lnTo>
                  <a:lnTo>
                    <a:pt x="3458291" y="291346"/>
                  </a:lnTo>
                  <a:lnTo>
                    <a:pt x="3542640" y="291346"/>
                  </a:lnTo>
                  <a:lnTo>
                    <a:pt x="3542640" y="291346"/>
                  </a:lnTo>
                  <a:lnTo>
                    <a:pt x="3626988" y="291346"/>
                  </a:lnTo>
                  <a:lnTo>
                    <a:pt x="3626988" y="291346"/>
                  </a:lnTo>
                  <a:lnTo>
                    <a:pt x="3711337" y="291346"/>
                  </a:lnTo>
                  <a:lnTo>
                    <a:pt x="3711337" y="291346"/>
                  </a:lnTo>
                  <a:lnTo>
                    <a:pt x="3795685" y="291346"/>
                  </a:lnTo>
                  <a:lnTo>
                    <a:pt x="3795685" y="274399"/>
                  </a:lnTo>
                  <a:lnTo>
                    <a:pt x="3880034" y="274399"/>
                  </a:lnTo>
                  <a:lnTo>
                    <a:pt x="3880034" y="274399"/>
                  </a:lnTo>
                  <a:lnTo>
                    <a:pt x="3964383" y="274399"/>
                  </a:lnTo>
                  <a:lnTo>
                    <a:pt x="3964383" y="257421"/>
                  </a:lnTo>
                  <a:lnTo>
                    <a:pt x="4048731" y="257421"/>
                  </a:lnTo>
                  <a:lnTo>
                    <a:pt x="4048731" y="240399"/>
                  </a:lnTo>
                  <a:lnTo>
                    <a:pt x="4133080" y="240399"/>
                  </a:lnTo>
                  <a:lnTo>
                    <a:pt x="4133080" y="206518"/>
                  </a:lnTo>
                  <a:lnTo>
                    <a:pt x="4217428" y="206518"/>
                  </a:lnTo>
                  <a:lnTo>
                    <a:pt x="4217428" y="206518"/>
                  </a:lnTo>
                  <a:lnTo>
                    <a:pt x="4301777" y="206518"/>
                  </a:lnTo>
                  <a:lnTo>
                    <a:pt x="4301777" y="206518"/>
                  </a:lnTo>
                  <a:lnTo>
                    <a:pt x="4386125" y="206518"/>
                  </a:lnTo>
                  <a:lnTo>
                    <a:pt x="4386125" y="189503"/>
                  </a:lnTo>
                  <a:lnTo>
                    <a:pt x="4470474" y="189503"/>
                  </a:lnTo>
                  <a:lnTo>
                    <a:pt x="4470474" y="189503"/>
                  </a:lnTo>
                  <a:lnTo>
                    <a:pt x="4554823" y="189503"/>
                  </a:lnTo>
                  <a:lnTo>
                    <a:pt x="4554823" y="172482"/>
                  </a:lnTo>
                  <a:lnTo>
                    <a:pt x="4639171" y="172482"/>
                  </a:lnTo>
                  <a:lnTo>
                    <a:pt x="4639171" y="172482"/>
                  </a:lnTo>
                  <a:lnTo>
                    <a:pt x="4723520" y="172482"/>
                  </a:lnTo>
                  <a:lnTo>
                    <a:pt x="4723520" y="172482"/>
                  </a:lnTo>
                  <a:lnTo>
                    <a:pt x="4807868" y="172482"/>
                  </a:lnTo>
                  <a:lnTo>
                    <a:pt x="4807868" y="172482"/>
                  </a:lnTo>
                  <a:lnTo>
                    <a:pt x="4892217" y="172482"/>
                  </a:lnTo>
                  <a:lnTo>
                    <a:pt x="4892217" y="172482"/>
                  </a:lnTo>
                  <a:lnTo>
                    <a:pt x="4976565" y="172482"/>
                  </a:lnTo>
                  <a:lnTo>
                    <a:pt x="4976565" y="155428"/>
                  </a:lnTo>
                  <a:lnTo>
                    <a:pt x="5060914" y="155428"/>
                  </a:lnTo>
                  <a:lnTo>
                    <a:pt x="5060914" y="121440"/>
                  </a:lnTo>
                  <a:lnTo>
                    <a:pt x="5145263" y="121440"/>
                  </a:lnTo>
                  <a:lnTo>
                    <a:pt x="5145263" y="121440"/>
                  </a:lnTo>
                  <a:lnTo>
                    <a:pt x="5229611" y="121440"/>
                  </a:lnTo>
                  <a:lnTo>
                    <a:pt x="5229611" y="121440"/>
                  </a:lnTo>
                  <a:lnTo>
                    <a:pt x="5313960" y="121440"/>
                  </a:lnTo>
                  <a:lnTo>
                    <a:pt x="5313960" y="121440"/>
                  </a:lnTo>
                  <a:lnTo>
                    <a:pt x="5398308" y="121440"/>
                  </a:lnTo>
                  <a:lnTo>
                    <a:pt x="5398308" y="104358"/>
                  </a:lnTo>
                  <a:lnTo>
                    <a:pt x="5482657" y="104358"/>
                  </a:lnTo>
                  <a:lnTo>
                    <a:pt x="5482657" y="87283"/>
                  </a:lnTo>
                  <a:lnTo>
                    <a:pt x="5567006" y="87283"/>
                  </a:lnTo>
                  <a:lnTo>
                    <a:pt x="5567006" y="87283"/>
                  </a:lnTo>
                  <a:lnTo>
                    <a:pt x="5651354" y="87283"/>
                  </a:lnTo>
                  <a:lnTo>
                    <a:pt x="5651354" y="87283"/>
                  </a:lnTo>
                  <a:lnTo>
                    <a:pt x="5735703" y="87283"/>
                  </a:lnTo>
                  <a:lnTo>
                    <a:pt x="5735703" y="70186"/>
                  </a:lnTo>
                  <a:lnTo>
                    <a:pt x="5820051" y="70186"/>
                  </a:lnTo>
                  <a:lnTo>
                    <a:pt x="5820051" y="70186"/>
                  </a:lnTo>
                  <a:lnTo>
                    <a:pt x="5904400" y="70186"/>
                  </a:lnTo>
                  <a:lnTo>
                    <a:pt x="5904400" y="70186"/>
                  </a:lnTo>
                  <a:lnTo>
                    <a:pt x="5988748" y="70186"/>
                  </a:lnTo>
                  <a:lnTo>
                    <a:pt x="5988748" y="70186"/>
                  </a:lnTo>
                  <a:lnTo>
                    <a:pt x="6073097" y="70186"/>
                  </a:lnTo>
                  <a:lnTo>
                    <a:pt x="6073097" y="70186"/>
                  </a:lnTo>
                  <a:lnTo>
                    <a:pt x="6157446" y="70186"/>
                  </a:lnTo>
                  <a:lnTo>
                    <a:pt x="6157446" y="35243"/>
                  </a:lnTo>
                  <a:lnTo>
                    <a:pt x="6241794" y="35243"/>
                  </a:lnTo>
                  <a:lnTo>
                    <a:pt x="6241794" y="35243"/>
                  </a:lnTo>
                  <a:lnTo>
                    <a:pt x="6326143" y="35243"/>
                  </a:lnTo>
                  <a:lnTo>
                    <a:pt x="6326143" y="35243"/>
                  </a:lnTo>
                  <a:lnTo>
                    <a:pt x="6410491" y="35243"/>
                  </a:lnTo>
                  <a:lnTo>
                    <a:pt x="6410491" y="35243"/>
                  </a:lnTo>
                  <a:lnTo>
                    <a:pt x="6494840" y="35243"/>
                  </a:lnTo>
                  <a:lnTo>
                    <a:pt x="6494840" y="35243"/>
                  </a:lnTo>
                  <a:lnTo>
                    <a:pt x="6579188" y="35243"/>
                  </a:lnTo>
                  <a:lnTo>
                    <a:pt x="6579188" y="35243"/>
                  </a:lnTo>
                  <a:lnTo>
                    <a:pt x="6663537" y="35243"/>
                  </a:lnTo>
                  <a:lnTo>
                    <a:pt x="6663537" y="35243"/>
                  </a:lnTo>
                  <a:lnTo>
                    <a:pt x="6747886" y="35243"/>
                  </a:lnTo>
                  <a:lnTo>
                    <a:pt x="6747886" y="17610"/>
                  </a:lnTo>
                  <a:lnTo>
                    <a:pt x="6832234" y="17610"/>
                  </a:lnTo>
                  <a:lnTo>
                    <a:pt x="6832234" y="17610"/>
                  </a:lnTo>
                  <a:lnTo>
                    <a:pt x="6916583" y="17610"/>
                  </a:lnTo>
                  <a:lnTo>
                    <a:pt x="6916583" y="17610"/>
                  </a:lnTo>
                  <a:lnTo>
                    <a:pt x="7000931" y="17610"/>
                  </a:lnTo>
                  <a:lnTo>
                    <a:pt x="7000931" y="17610"/>
                  </a:lnTo>
                  <a:lnTo>
                    <a:pt x="7085280" y="17610"/>
                  </a:lnTo>
                  <a:lnTo>
                    <a:pt x="7085280" y="17610"/>
                  </a:lnTo>
                  <a:lnTo>
                    <a:pt x="7169628" y="17610"/>
                  </a:lnTo>
                  <a:lnTo>
                    <a:pt x="7169628" y="17610"/>
                  </a:lnTo>
                  <a:lnTo>
                    <a:pt x="7253977" y="17610"/>
                  </a:lnTo>
                  <a:lnTo>
                    <a:pt x="7253977" y="0"/>
                  </a:lnTo>
                  <a:lnTo>
                    <a:pt x="7338326" y="0"/>
                  </a:lnTo>
                  <a:lnTo>
                    <a:pt x="7338326" y="0"/>
                  </a:lnTo>
                  <a:lnTo>
                    <a:pt x="7422674" y="0"/>
                  </a:lnTo>
                  <a:lnTo>
                    <a:pt x="7422674" y="0"/>
                  </a:lnTo>
                  <a:lnTo>
                    <a:pt x="7507023" y="0"/>
                  </a:lnTo>
                  <a:lnTo>
                    <a:pt x="7507023" y="0"/>
                  </a:lnTo>
                  <a:lnTo>
                    <a:pt x="7591371" y="0"/>
                  </a:lnTo>
                  <a:lnTo>
                    <a:pt x="7591371" y="0"/>
                  </a:lnTo>
                  <a:lnTo>
                    <a:pt x="7591371" y="0"/>
                  </a:lnTo>
                </a:path>
              </a:pathLst>
            </a:custGeom>
            <a:ln w="27101" cap="flat">
              <a:solidFill>
                <a:srgbClr val="2C8D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714085" y="5544304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14085" y="4580056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714085" y="3615807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714085" y="2651559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14085" y="1687311"/>
              <a:ext cx="23710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985634" y="565633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3482213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6012670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8543127" y="565633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103887" y="5808685"/>
              <a:ext cx="1422623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admission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-166080" y="3604835"/>
              <a:ext cx="1507754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CIF  -  Death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019512" y="1512092"/>
              <a:ext cx="4193438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Population reference: age = 58, admit_meld_3 = 31 (medians)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019512" y="1264635"/>
              <a:ext cx="5481553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Adjusted 90-day CIF of death  -  age + admit_meld_3 (no exposure)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821428" y="6027613"/>
              <a:ext cx="3789456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Outcome: death (cause 1)  |  Competing risk: liver transplant (cause 2)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2026-05-05T15:12:15Z</dcterms:modified>
  <cp:category/>
</cp:coreProperties>
</file>