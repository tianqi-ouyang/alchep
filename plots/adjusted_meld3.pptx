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(MELD 3.0 model)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208038"/>
              <a:ext cx="7591371" cy="1856857"/>
            </a:xfrm>
            <a:custGeom>
              <a:avLst/>
              <a:pathLst>
                <a:path w="7591371" h="1856857">
                  <a:moveTo>
                    <a:pt x="0" y="1856857"/>
                  </a:moveTo>
                  <a:lnTo>
                    <a:pt x="84348" y="1856857"/>
                  </a:lnTo>
                  <a:lnTo>
                    <a:pt x="84348" y="1817143"/>
                  </a:lnTo>
                  <a:lnTo>
                    <a:pt x="168697" y="1817143"/>
                  </a:lnTo>
                  <a:lnTo>
                    <a:pt x="168697" y="1777584"/>
                  </a:lnTo>
                  <a:lnTo>
                    <a:pt x="253045" y="1777584"/>
                  </a:lnTo>
                  <a:lnTo>
                    <a:pt x="253045" y="1738034"/>
                  </a:lnTo>
                  <a:lnTo>
                    <a:pt x="337394" y="1738034"/>
                  </a:lnTo>
                  <a:lnTo>
                    <a:pt x="337394" y="1718133"/>
                  </a:lnTo>
                  <a:lnTo>
                    <a:pt x="421742" y="1718133"/>
                  </a:lnTo>
                  <a:lnTo>
                    <a:pt x="421742" y="1678558"/>
                  </a:lnTo>
                  <a:lnTo>
                    <a:pt x="506091" y="1678558"/>
                  </a:lnTo>
                  <a:lnTo>
                    <a:pt x="506091" y="1639181"/>
                  </a:lnTo>
                  <a:lnTo>
                    <a:pt x="590440" y="1639181"/>
                  </a:lnTo>
                  <a:lnTo>
                    <a:pt x="590440" y="1580531"/>
                  </a:lnTo>
                  <a:lnTo>
                    <a:pt x="674788" y="1580531"/>
                  </a:lnTo>
                  <a:lnTo>
                    <a:pt x="674788" y="1560874"/>
                  </a:lnTo>
                  <a:lnTo>
                    <a:pt x="759137" y="1560874"/>
                  </a:lnTo>
                  <a:lnTo>
                    <a:pt x="759137" y="1464203"/>
                  </a:lnTo>
                  <a:lnTo>
                    <a:pt x="843485" y="1464203"/>
                  </a:lnTo>
                  <a:lnTo>
                    <a:pt x="843485" y="1405944"/>
                  </a:lnTo>
                  <a:lnTo>
                    <a:pt x="927834" y="1405944"/>
                  </a:lnTo>
                  <a:lnTo>
                    <a:pt x="927834" y="1328752"/>
                  </a:lnTo>
                  <a:lnTo>
                    <a:pt x="1012182" y="1328752"/>
                  </a:lnTo>
                  <a:lnTo>
                    <a:pt x="1012182" y="1196180"/>
                  </a:lnTo>
                  <a:lnTo>
                    <a:pt x="1096531" y="1196180"/>
                  </a:lnTo>
                  <a:lnTo>
                    <a:pt x="1096531" y="1138459"/>
                  </a:lnTo>
                  <a:lnTo>
                    <a:pt x="1180880" y="1138459"/>
                  </a:lnTo>
                  <a:lnTo>
                    <a:pt x="1180880" y="1099723"/>
                  </a:lnTo>
                  <a:lnTo>
                    <a:pt x="1265228" y="1099723"/>
                  </a:lnTo>
                  <a:lnTo>
                    <a:pt x="1265228" y="1042295"/>
                  </a:lnTo>
                  <a:lnTo>
                    <a:pt x="1349577" y="1042295"/>
                  </a:lnTo>
                  <a:lnTo>
                    <a:pt x="1349577" y="1003824"/>
                  </a:lnTo>
                  <a:lnTo>
                    <a:pt x="1433925" y="1003824"/>
                  </a:lnTo>
                  <a:lnTo>
                    <a:pt x="1433925" y="965469"/>
                  </a:lnTo>
                  <a:lnTo>
                    <a:pt x="1518274" y="965469"/>
                  </a:lnTo>
                  <a:lnTo>
                    <a:pt x="1518274" y="889703"/>
                  </a:lnTo>
                  <a:lnTo>
                    <a:pt x="1602622" y="889703"/>
                  </a:lnTo>
                  <a:lnTo>
                    <a:pt x="1602622" y="870642"/>
                  </a:lnTo>
                  <a:lnTo>
                    <a:pt x="1686971" y="870642"/>
                  </a:lnTo>
                  <a:lnTo>
                    <a:pt x="1686971" y="851667"/>
                  </a:lnTo>
                  <a:lnTo>
                    <a:pt x="1771320" y="851667"/>
                  </a:lnTo>
                  <a:lnTo>
                    <a:pt x="1771320" y="851667"/>
                  </a:lnTo>
                  <a:lnTo>
                    <a:pt x="1855668" y="851667"/>
                  </a:lnTo>
                  <a:lnTo>
                    <a:pt x="1855668" y="775805"/>
                  </a:lnTo>
                  <a:lnTo>
                    <a:pt x="1940017" y="775805"/>
                  </a:lnTo>
                  <a:lnTo>
                    <a:pt x="1940017" y="775805"/>
                  </a:lnTo>
                  <a:lnTo>
                    <a:pt x="2024365" y="775805"/>
                  </a:lnTo>
                  <a:lnTo>
                    <a:pt x="2024365" y="756817"/>
                  </a:lnTo>
                  <a:lnTo>
                    <a:pt x="2108714" y="756817"/>
                  </a:lnTo>
                  <a:lnTo>
                    <a:pt x="2108714" y="719083"/>
                  </a:lnTo>
                  <a:lnTo>
                    <a:pt x="2193062" y="719083"/>
                  </a:lnTo>
                  <a:lnTo>
                    <a:pt x="2193062" y="644869"/>
                  </a:lnTo>
                  <a:lnTo>
                    <a:pt x="2277411" y="644869"/>
                  </a:lnTo>
                  <a:lnTo>
                    <a:pt x="2277411" y="626133"/>
                  </a:lnTo>
                  <a:lnTo>
                    <a:pt x="2361760" y="626133"/>
                  </a:lnTo>
                  <a:lnTo>
                    <a:pt x="2361760" y="552153"/>
                  </a:lnTo>
                  <a:lnTo>
                    <a:pt x="2446108" y="552153"/>
                  </a:lnTo>
                  <a:lnTo>
                    <a:pt x="2446108" y="496938"/>
                  </a:lnTo>
                  <a:lnTo>
                    <a:pt x="2530457" y="496938"/>
                  </a:lnTo>
                  <a:lnTo>
                    <a:pt x="2530457" y="442263"/>
                  </a:lnTo>
                  <a:lnTo>
                    <a:pt x="2614805" y="442263"/>
                  </a:lnTo>
                  <a:lnTo>
                    <a:pt x="2614805" y="423912"/>
                  </a:lnTo>
                  <a:lnTo>
                    <a:pt x="2699154" y="423912"/>
                  </a:lnTo>
                  <a:lnTo>
                    <a:pt x="2699154" y="423912"/>
                  </a:lnTo>
                  <a:lnTo>
                    <a:pt x="2783503" y="423912"/>
                  </a:lnTo>
                  <a:lnTo>
                    <a:pt x="2783503" y="423912"/>
                  </a:lnTo>
                  <a:lnTo>
                    <a:pt x="2867851" y="423912"/>
                  </a:lnTo>
                  <a:lnTo>
                    <a:pt x="2867851" y="369619"/>
                  </a:lnTo>
                  <a:lnTo>
                    <a:pt x="2952200" y="369619"/>
                  </a:lnTo>
                  <a:lnTo>
                    <a:pt x="2952200" y="333505"/>
                  </a:lnTo>
                  <a:lnTo>
                    <a:pt x="3036548" y="333505"/>
                  </a:lnTo>
                  <a:lnTo>
                    <a:pt x="3036548" y="333505"/>
                  </a:lnTo>
                  <a:lnTo>
                    <a:pt x="3120897" y="333505"/>
                  </a:lnTo>
                  <a:lnTo>
                    <a:pt x="3120897" y="315508"/>
                  </a:lnTo>
                  <a:lnTo>
                    <a:pt x="3205245" y="315508"/>
                  </a:lnTo>
                  <a:lnTo>
                    <a:pt x="3205245" y="297593"/>
                  </a:lnTo>
                  <a:lnTo>
                    <a:pt x="3289594" y="297593"/>
                  </a:lnTo>
                  <a:lnTo>
                    <a:pt x="3289594" y="297593"/>
                  </a:lnTo>
                  <a:lnTo>
                    <a:pt x="3373943" y="297593"/>
                  </a:lnTo>
                  <a:lnTo>
                    <a:pt x="3373943" y="297593"/>
                  </a:lnTo>
                  <a:lnTo>
                    <a:pt x="3458291" y="297593"/>
                  </a:lnTo>
                  <a:lnTo>
                    <a:pt x="3458291" y="297593"/>
                  </a:lnTo>
                  <a:lnTo>
                    <a:pt x="3542640" y="297593"/>
                  </a:lnTo>
                  <a:lnTo>
                    <a:pt x="3542640" y="297593"/>
                  </a:lnTo>
                  <a:lnTo>
                    <a:pt x="3626988" y="297593"/>
                  </a:lnTo>
                  <a:lnTo>
                    <a:pt x="3626988" y="297593"/>
                  </a:lnTo>
                  <a:lnTo>
                    <a:pt x="3711337" y="297593"/>
                  </a:lnTo>
                  <a:lnTo>
                    <a:pt x="3711337" y="297593"/>
                  </a:lnTo>
                  <a:lnTo>
                    <a:pt x="3795685" y="297593"/>
                  </a:lnTo>
                  <a:lnTo>
                    <a:pt x="3795685" y="279753"/>
                  </a:lnTo>
                  <a:lnTo>
                    <a:pt x="3880034" y="279753"/>
                  </a:lnTo>
                  <a:lnTo>
                    <a:pt x="3880034" y="279753"/>
                  </a:lnTo>
                  <a:lnTo>
                    <a:pt x="3964383" y="279753"/>
                  </a:lnTo>
                  <a:lnTo>
                    <a:pt x="3964383" y="261959"/>
                  </a:lnTo>
                  <a:lnTo>
                    <a:pt x="4048731" y="261959"/>
                  </a:lnTo>
                  <a:lnTo>
                    <a:pt x="4048731" y="244223"/>
                  </a:lnTo>
                  <a:lnTo>
                    <a:pt x="4133080" y="244223"/>
                  </a:lnTo>
                  <a:lnTo>
                    <a:pt x="4133080" y="209149"/>
                  </a:lnTo>
                  <a:lnTo>
                    <a:pt x="4217428" y="209149"/>
                  </a:lnTo>
                  <a:lnTo>
                    <a:pt x="4217428" y="209149"/>
                  </a:lnTo>
                  <a:lnTo>
                    <a:pt x="4301777" y="209149"/>
                  </a:lnTo>
                  <a:lnTo>
                    <a:pt x="4301777" y="209149"/>
                  </a:lnTo>
                  <a:lnTo>
                    <a:pt x="4386125" y="209149"/>
                  </a:lnTo>
                  <a:lnTo>
                    <a:pt x="4386125" y="191555"/>
                  </a:lnTo>
                  <a:lnTo>
                    <a:pt x="4470474" y="191555"/>
                  </a:lnTo>
                  <a:lnTo>
                    <a:pt x="4470474" y="191555"/>
                  </a:lnTo>
                  <a:lnTo>
                    <a:pt x="4554823" y="191555"/>
                  </a:lnTo>
                  <a:lnTo>
                    <a:pt x="4554823" y="174016"/>
                  </a:lnTo>
                  <a:lnTo>
                    <a:pt x="4639171" y="174016"/>
                  </a:lnTo>
                  <a:lnTo>
                    <a:pt x="4639171" y="174016"/>
                  </a:lnTo>
                  <a:lnTo>
                    <a:pt x="4723520" y="174016"/>
                  </a:lnTo>
                  <a:lnTo>
                    <a:pt x="4723520" y="174016"/>
                  </a:lnTo>
                  <a:lnTo>
                    <a:pt x="4807868" y="174016"/>
                  </a:lnTo>
                  <a:lnTo>
                    <a:pt x="4807868" y="174016"/>
                  </a:lnTo>
                  <a:lnTo>
                    <a:pt x="4892217" y="174016"/>
                  </a:lnTo>
                  <a:lnTo>
                    <a:pt x="4892217" y="174016"/>
                  </a:lnTo>
                  <a:lnTo>
                    <a:pt x="4976565" y="174016"/>
                  </a:lnTo>
                  <a:lnTo>
                    <a:pt x="4976565" y="156506"/>
                  </a:lnTo>
                  <a:lnTo>
                    <a:pt x="5060914" y="156506"/>
                  </a:lnTo>
                  <a:lnTo>
                    <a:pt x="5060914" y="121827"/>
                  </a:lnTo>
                  <a:lnTo>
                    <a:pt x="5145263" y="121827"/>
                  </a:lnTo>
                  <a:lnTo>
                    <a:pt x="5145263" y="121827"/>
                  </a:lnTo>
                  <a:lnTo>
                    <a:pt x="5229611" y="121827"/>
                  </a:lnTo>
                  <a:lnTo>
                    <a:pt x="5229611" y="121827"/>
                  </a:lnTo>
                  <a:lnTo>
                    <a:pt x="5313960" y="121827"/>
                  </a:lnTo>
                  <a:lnTo>
                    <a:pt x="5313960" y="121827"/>
                  </a:lnTo>
                  <a:lnTo>
                    <a:pt x="5398308" y="121827"/>
                  </a:lnTo>
                  <a:lnTo>
                    <a:pt x="5398308" y="104512"/>
                  </a:lnTo>
                  <a:lnTo>
                    <a:pt x="5482657" y="104512"/>
                  </a:lnTo>
                  <a:lnTo>
                    <a:pt x="5482657" y="87285"/>
                  </a:lnTo>
                  <a:lnTo>
                    <a:pt x="5567006" y="87285"/>
                  </a:lnTo>
                  <a:lnTo>
                    <a:pt x="5567006" y="87285"/>
                  </a:lnTo>
                  <a:lnTo>
                    <a:pt x="5651354" y="87285"/>
                  </a:lnTo>
                  <a:lnTo>
                    <a:pt x="5651354" y="87285"/>
                  </a:lnTo>
                  <a:lnTo>
                    <a:pt x="5735703" y="87285"/>
                  </a:lnTo>
                  <a:lnTo>
                    <a:pt x="5735703" y="70032"/>
                  </a:lnTo>
                  <a:lnTo>
                    <a:pt x="5820051" y="70032"/>
                  </a:lnTo>
                  <a:lnTo>
                    <a:pt x="5820051" y="70032"/>
                  </a:lnTo>
                  <a:lnTo>
                    <a:pt x="5904400" y="70032"/>
                  </a:lnTo>
                  <a:lnTo>
                    <a:pt x="5904400" y="70032"/>
                  </a:lnTo>
                  <a:lnTo>
                    <a:pt x="5988748" y="70032"/>
                  </a:lnTo>
                  <a:lnTo>
                    <a:pt x="5988748" y="70032"/>
                  </a:lnTo>
                  <a:lnTo>
                    <a:pt x="6073097" y="70032"/>
                  </a:lnTo>
                  <a:lnTo>
                    <a:pt x="6073097" y="70032"/>
                  </a:lnTo>
                  <a:lnTo>
                    <a:pt x="6157446" y="70032"/>
                  </a:lnTo>
                  <a:lnTo>
                    <a:pt x="6157446" y="35023"/>
                  </a:lnTo>
                  <a:lnTo>
                    <a:pt x="6241794" y="35023"/>
                  </a:lnTo>
                  <a:lnTo>
                    <a:pt x="6241794" y="35023"/>
                  </a:lnTo>
                  <a:lnTo>
                    <a:pt x="6326143" y="35023"/>
                  </a:lnTo>
                  <a:lnTo>
                    <a:pt x="6326143" y="35023"/>
                  </a:lnTo>
                  <a:lnTo>
                    <a:pt x="6410491" y="35023"/>
                  </a:lnTo>
                  <a:lnTo>
                    <a:pt x="6410491" y="35023"/>
                  </a:lnTo>
                  <a:lnTo>
                    <a:pt x="6494840" y="35023"/>
                  </a:lnTo>
                  <a:lnTo>
                    <a:pt x="6494840" y="35023"/>
                  </a:lnTo>
                  <a:lnTo>
                    <a:pt x="6579188" y="35023"/>
                  </a:lnTo>
                  <a:lnTo>
                    <a:pt x="6579188" y="35023"/>
                  </a:lnTo>
                  <a:lnTo>
                    <a:pt x="6663537" y="35023"/>
                  </a:lnTo>
                  <a:lnTo>
                    <a:pt x="6663537" y="35023"/>
                  </a:lnTo>
                  <a:lnTo>
                    <a:pt x="6747886" y="35023"/>
                  </a:lnTo>
                  <a:lnTo>
                    <a:pt x="6747886" y="17470"/>
                  </a:lnTo>
                  <a:lnTo>
                    <a:pt x="6832234" y="17470"/>
                  </a:lnTo>
                  <a:lnTo>
                    <a:pt x="6832234" y="17470"/>
                  </a:lnTo>
                  <a:lnTo>
                    <a:pt x="6916583" y="17470"/>
                  </a:lnTo>
                  <a:lnTo>
                    <a:pt x="6916583" y="17470"/>
                  </a:lnTo>
                  <a:lnTo>
                    <a:pt x="7000931" y="17470"/>
                  </a:lnTo>
                  <a:lnTo>
                    <a:pt x="7000931" y="17470"/>
                  </a:lnTo>
                  <a:lnTo>
                    <a:pt x="7085280" y="17470"/>
                  </a:lnTo>
                  <a:lnTo>
                    <a:pt x="7085280" y="17470"/>
                  </a:lnTo>
                  <a:lnTo>
                    <a:pt x="7169628" y="17470"/>
                  </a:lnTo>
                  <a:lnTo>
                    <a:pt x="7169628" y="17470"/>
                  </a:lnTo>
                  <a:lnTo>
                    <a:pt x="7253977" y="1747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696228"/>
              <a:ext cx="7591371" cy="1368667"/>
            </a:xfrm>
            <a:custGeom>
              <a:avLst/>
              <a:pathLst>
                <a:path w="7591371" h="1368667">
                  <a:moveTo>
                    <a:pt x="0" y="1368667"/>
                  </a:moveTo>
                  <a:lnTo>
                    <a:pt x="84348" y="1368667"/>
                  </a:lnTo>
                  <a:lnTo>
                    <a:pt x="84348" y="1342830"/>
                  </a:lnTo>
                  <a:lnTo>
                    <a:pt x="168697" y="1342830"/>
                  </a:lnTo>
                  <a:lnTo>
                    <a:pt x="168697" y="1316984"/>
                  </a:lnTo>
                  <a:lnTo>
                    <a:pt x="253045" y="1316984"/>
                  </a:lnTo>
                  <a:lnTo>
                    <a:pt x="253045" y="1291034"/>
                  </a:lnTo>
                  <a:lnTo>
                    <a:pt x="337394" y="1291034"/>
                  </a:lnTo>
                  <a:lnTo>
                    <a:pt x="337394" y="1277935"/>
                  </a:lnTo>
                  <a:lnTo>
                    <a:pt x="421742" y="1277935"/>
                  </a:lnTo>
                  <a:lnTo>
                    <a:pt x="421742" y="1251798"/>
                  </a:lnTo>
                  <a:lnTo>
                    <a:pt x="506091" y="1251798"/>
                  </a:lnTo>
                  <a:lnTo>
                    <a:pt x="506091" y="1225679"/>
                  </a:lnTo>
                  <a:lnTo>
                    <a:pt x="590440" y="1225679"/>
                  </a:lnTo>
                  <a:lnTo>
                    <a:pt x="590440" y="1186560"/>
                  </a:lnTo>
                  <a:lnTo>
                    <a:pt x="674788" y="1186560"/>
                  </a:lnTo>
                  <a:lnTo>
                    <a:pt x="674788" y="1173390"/>
                  </a:lnTo>
                  <a:lnTo>
                    <a:pt x="759137" y="1173390"/>
                  </a:lnTo>
                  <a:lnTo>
                    <a:pt x="759137" y="1108182"/>
                  </a:lnTo>
                  <a:lnTo>
                    <a:pt x="843485" y="1108182"/>
                  </a:lnTo>
                  <a:lnTo>
                    <a:pt x="843485" y="1068521"/>
                  </a:lnTo>
                  <a:lnTo>
                    <a:pt x="927834" y="1068521"/>
                  </a:lnTo>
                  <a:lnTo>
                    <a:pt x="927834" y="1015534"/>
                  </a:lnTo>
                  <a:lnTo>
                    <a:pt x="1012182" y="1015534"/>
                  </a:lnTo>
                  <a:lnTo>
                    <a:pt x="1012182" y="923324"/>
                  </a:lnTo>
                  <a:lnTo>
                    <a:pt x="1096531" y="923324"/>
                  </a:lnTo>
                  <a:lnTo>
                    <a:pt x="1096531" y="882677"/>
                  </a:lnTo>
                  <a:lnTo>
                    <a:pt x="1180880" y="882677"/>
                  </a:lnTo>
                  <a:lnTo>
                    <a:pt x="1180880" y="855223"/>
                  </a:lnTo>
                  <a:lnTo>
                    <a:pt x="1265228" y="855223"/>
                  </a:lnTo>
                  <a:lnTo>
                    <a:pt x="1265228" y="814252"/>
                  </a:lnTo>
                  <a:lnTo>
                    <a:pt x="1349577" y="814252"/>
                  </a:lnTo>
                  <a:lnTo>
                    <a:pt x="1349577" y="786622"/>
                  </a:lnTo>
                  <a:lnTo>
                    <a:pt x="1433925" y="786622"/>
                  </a:lnTo>
                  <a:lnTo>
                    <a:pt x="1433925" y="758926"/>
                  </a:lnTo>
                  <a:lnTo>
                    <a:pt x="1518274" y="758926"/>
                  </a:lnTo>
                  <a:lnTo>
                    <a:pt x="1518274" y="703762"/>
                  </a:lnTo>
                  <a:lnTo>
                    <a:pt x="1602622" y="703762"/>
                  </a:lnTo>
                  <a:lnTo>
                    <a:pt x="1602622" y="689787"/>
                  </a:lnTo>
                  <a:lnTo>
                    <a:pt x="1686971" y="689787"/>
                  </a:lnTo>
                  <a:lnTo>
                    <a:pt x="1686971" y="675836"/>
                  </a:lnTo>
                  <a:lnTo>
                    <a:pt x="1771320" y="675836"/>
                  </a:lnTo>
                  <a:lnTo>
                    <a:pt x="1771320" y="675836"/>
                  </a:lnTo>
                  <a:lnTo>
                    <a:pt x="1855668" y="675836"/>
                  </a:lnTo>
                  <a:lnTo>
                    <a:pt x="1855668" y="619655"/>
                  </a:lnTo>
                  <a:lnTo>
                    <a:pt x="1940017" y="619655"/>
                  </a:lnTo>
                  <a:lnTo>
                    <a:pt x="1940017" y="619655"/>
                  </a:lnTo>
                  <a:lnTo>
                    <a:pt x="2024365" y="619655"/>
                  </a:lnTo>
                  <a:lnTo>
                    <a:pt x="2024365" y="605489"/>
                  </a:lnTo>
                  <a:lnTo>
                    <a:pt x="2108714" y="605489"/>
                  </a:lnTo>
                  <a:lnTo>
                    <a:pt x="2108714" y="577214"/>
                  </a:lnTo>
                  <a:lnTo>
                    <a:pt x="2193062" y="577214"/>
                  </a:lnTo>
                  <a:lnTo>
                    <a:pt x="2193062" y="521098"/>
                  </a:lnTo>
                  <a:lnTo>
                    <a:pt x="2277411" y="521098"/>
                  </a:lnTo>
                  <a:lnTo>
                    <a:pt x="2277411" y="506823"/>
                  </a:lnTo>
                  <a:lnTo>
                    <a:pt x="2361760" y="506823"/>
                  </a:lnTo>
                  <a:lnTo>
                    <a:pt x="2361760" y="450016"/>
                  </a:lnTo>
                  <a:lnTo>
                    <a:pt x="2446108" y="450016"/>
                  </a:lnTo>
                  <a:lnTo>
                    <a:pt x="2446108" y="407143"/>
                  </a:lnTo>
                  <a:lnTo>
                    <a:pt x="2530457" y="407143"/>
                  </a:lnTo>
                  <a:lnTo>
                    <a:pt x="2530457" y="364273"/>
                  </a:lnTo>
                  <a:lnTo>
                    <a:pt x="2614805" y="364273"/>
                  </a:lnTo>
                  <a:lnTo>
                    <a:pt x="2614805" y="349789"/>
                  </a:lnTo>
                  <a:lnTo>
                    <a:pt x="2699154" y="349789"/>
                  </a:lnTo>
                  <a:lnTo>
                    <a:pt x="2699154" y="349789"/>
                  </a:lnTo>
                  <a:lnTo>
                    <a:pt x="2783503" y="349789"/>
                  </a:lnTo>
                  <a:lnTo>
                    <a:pt x="2783503" y="349789"/>
                  </a:lnTo>
                  <a:lnTo>
                    <a:pt x="2867851" y="349789"/>
                  </a:lnTo>
                  <a:lnTo>
                    <a:pt x="2867851" y="306644"/>
                  </a:lnTo>
                  <a:lnTo>
                    <a:pt x="2952200" y="306644"/>
                  </a:lnTo>
                  <a:lnTo>
                    <a:pt x="2952200" y="277700"/>
                  </a:lnTo>
                  <a:lnTo>
                    <a:pt x="3036548" y="277700"/>
                  </a:lnTo>
                  <a:lnTo>
                    <a:pt x="3036548" y="277700"/>
                  </a:lnTo>
                  <a:lnTo>
                    <a:pt x="3120897" y="277700"/>
                  </a:lnTo>
                  <a:lnTo>
                    <a:pt x="3120897" y="263200"/>
                  </a:lnTo>
                  <a:lnTo>
                    <a:pt x="3205245" y="263200"/>
                  </a:lnTo>
                  <a:lnTo>
                    <a:pt x="3205245" y="248715"/>
                  </a:lnTo>
                  <a:lnTo>
                    <a:pt x="3289594" y="248715"/>
                  </a:lnTo>
                  <a:lnTo>
                    <a:pt x="3289594" y="248715"/>
                  </a:lnTo>
                  <a:lnTo>
                    <a:pt x="3373943" y="248715"/>
                  </a:lnTo>
                  <a:lnTo>
                    <a:pt x="3373943" y="248715"/>
                  </a:lnTo>
                  <a:lnTo>
                    <a:pt x="3458291" y="248715"/>
                  </a:lnTo>
                  <a:lnTo>
                    <a:pt x="3458291" y="248715"/>
                  </a:lnTo>
                  <a:lnTo>
                    <a:pt x="3542640" y="248715"/>
                  </a:lnTo>
                  <a:lnTo>
                    <a:pt x="3542640" y="248715"/>
                  </a:lnTo>
                  <a:lnTo>
                    <a:pt x="3626988" y="248715"/>
                  </a:lnTo>
                  <a:lnTo>
                    <a:pt x="3626988" y="248715"/>
                  </a:lnTo>
                  <a:lnTo>
                    <a:pt x="3711337" y="248715"/>
                  </a:lnTo>
                  <a:lnTo>
                    <a:pt x="3711337" y="248715"/>
                  </a:lnTo>
                  <a:lnTo>
                    <a:pt x="3795685" y="248715"/>
                  </a:lnTo>
                  <a:lnTo>
                    <a:pt x="3795685" y="234241"/>
                  </a:lnTo>
                  <a:lnTo>
                    <a:pt x="3880034" y="234241"/>
                  </a:lnTo>
                  <a:lnTo>
                    <a:pt x="3880034" y="234241"/>
                  </a:lnTo>
                  <a:lnTo>
                    <a:pt x="3964383" y="234241"/>
                  </a:lnTo>
                  <a:lnTo>
                    <a:pt x="3964383" y="219752"/>
                  </a:lnTo>
                  <a:lnTo>
                    <a:pt x="4048731" y="219752"/>
                  </a:lnTo>
                  <a:lnTo>
                    <a:pt x="4048731" y="205258"/>
                  </a:lnTo>
                  <a:lnTo>
                    <a:pt x="4133080" y="205258"/>
                  </a:lnTo>
                  <a:lnTo>
                    <a:pt x="4133080" y="176441"/>
                  </a:lnTo>
                  <a:lnTo>
                    <a:pt x="4217428" y="176441"/>
                  </a:lnTo>
                  <a:lnTo>
                    <a:pt x="4217428" y="176441"/>
                  </a:lnTo>
                  <a:lnTo>
                    <a:pt x="4301777" y="176441"/>
                  </a:lnTo>
                  <a:lnTo>
                    <a:pt x="4301777" y="176441"/>
                  </a:lnTo>
                  <a:lnTo>
                    <a:pt x="4386125" y="176441"/>
                  </a:lnTo>
                  <a:lnTo>
                    <a:pt x="4386125" y="161906"/>
                  </a:lnTo>
                  <a:lnTo>
                    <a:pt x="4470474" y="161906"/>
                  </a:lnTo>
                  <a:lnTo>
                    <a:pt x="4470474" y="161906"/>
                  </a:lnTo>
                  <a:lnTo>
                    <a:pt x="4554823" y="161906"/>
                  </a:lnTo>
                  <a:lnTo>
                    <a:pt x="4554823" y="147364"/>
                  </a:lnTo>
                  <a:lnTo>
                    <a:pt x="4639171" y="147364"/>
                  </a:lnTo>
                  <a:lnTo>
                    <a:pt x="4639171" y="147364"/>
                  </a:lnTo>
                  <a:lnTo>
                    <a:pt x="4723520" y="147364"/>
                  </a:lnTo>
                  <a:lnTo>
                    <a:pt x="4723520" y="147364"/>
                  </a:lnTo>
                  <a:lnTo>
                    <a:pt x="4807868" y="147364"/>
                  </a:lnTo>
                  <a:lnTo>
                    <a:pt x="4807868" y="147364"/>
                  </a:lnTo>
                  <a:lnTo>
                    <a:pt x="4892217" y="147364"/>
                  </a:lnTo>
                  <a:lnTo>
                    <a:pt x="4892217" y="147364"/>
                  </a:lnTo>
                  <a:lnTo>
                    <a:pt x="4976565" y="147364"/>
                  </a:lnTo>
                  <a:lnTo>
                    <a:pt x="4976565" y="132791"/>
                  </a:lnTo>
                  <a:lnTo>
                    <a:pt x="5060914" y="132791"/>
                  </a:lnTo>
                  <a:lnTo>
                    <a:pt x="5060914" y="103766"/>
                  </a:lnTo>
                  <a:lnTo>
                    <a:pt x="5145263" y="103766"/>
                  </a:lnTo>
                  <a:lnTo>
                    <a:pt x="5145263" y="103766"/>
                  </a:lnTo>
                  <a:lnTo>
                    <a:pt x="5229611" y="103766"/>
                  </a:lnTo>
                  <a:lnTo>
                    <a:pt x="5229611" y="103766"/>
                  </a:lnTo>
                  <a:lnTo>
                    <a:pt x="5313960" y="103766"/>
                  </a:lnTo>
                  <a:lnTo>
                    <a:pt x="5313960" y="103766"/>
                  </a:lnTo>
                  <a:lnTo>
                    <a:pt x="5398308" y="103766"/>
                  </a:lnTo>
                  <a:lnTo>
                    <a:pt x="5398308" y="89192"/>
                  </a:lnTo>
                  <a:lnTo>
                    <a:pt x="5482657" y="89192"/>
                  </a:lnTo>
                  <a:lnTo>
                    <a:pt x="5482657" y="74635"/>
                  </a:lnTo>
                  <a:lnTo>
                    <a:pt x="5567006" y="74635"/>
                  </a:lnTo>
                  <a:lnTo>
                    <a:pt x="5567006" y="74635"/>
                  </a:lnTo>
                  <a:lnTo>
                    <a:pt x="5651354" y="74635"/>
                  </a:lnTo>
                  <a:lnTo>
                    <a:pt x="5651354" y="74635"/>
                  </a:lnTo>
                  <a:lnTo>
                    <a:pt x="5735703" y="74635"/>
                  </a:lnTo>
                  <a:lnTo>
                    <a:pt x="5735703" y="60001"/>
                  </a:lnTo>
                  <a:lnTo>
                    <a:pt x="5820051" y="60001"/>
                  </a:lnTo>
                  <a:lnTo>
                    <a:pt x="5820051" y="60001"/>
                  </a:lnTo>
                  <a:lnTo>
                    <a:pt x="5904400" y="60001"/>
                  </a:lnTo>
                  <a:lnTo>
                    <a:pt x="5904400" y="60001"/>
                  </a:lnTo>
                  <a:lnTo>
                    <a:pt x="5988748" y="60001"/>
                  </a:lnTo>
                  <a:lnTo>
                    <a:pt x="5988748" y="60001"/>
                  </a:lnTo>
                  <a:lnTo>
                    <a:pt x="6073097" y="60001"/>
                  </a:lnTo>
                  <a:lnTo>
                    <a:pt x="6073097" y="60001"/>
                  </a:lnTo>
                  <a:lnTo>
                    <a:pt x="6157446" y="60001"/>
                  </a:lnTo>
                  <a:lnTo>
                    <a:pt x="6157446" y="30129"/>
                  </a:lnTo>
                  <a:lnTo>
                    <a:pt x="6241794" y="30129"/>
                  </a:lnTo>
                  <a:lnTo>
                    <a:pt x="6241794" y="30129"/>
                  </a:lnTo>
                  <a:lnTo>
                    <a:pt x="6326143" y="30129"/>
                  </a:lnTo>
                  <a:lnTo>
                    <a:pt x="6326143" y="30129"/>
                  </a:lnTo>
                  <a:lnTo>
                    <a:pt x="6410491" y="30129"/>
                  </a:lnTo>
                  <a:lnTo>
                    <a:pt x="6410491" y="30129"/>
                  </a:lnTo>
                  <a:lnTo>
                    <a:pt x="6494840" y="30129"/>
                  </a:lnTo>
                  <a:lnTo>
                    <a:pt x="6494840" y="30129"/>
                  </a:lnTo>
                  <a:lnTo>
                    <a:pt x="6579188" y="30129"/>
                  </a:lnTo>
                  <a:lnTo>
                    <a:pt x="6579188" y="30129"/>
                  </a:lnTo>
                  <a:lnTo>
                    <a:pt x="6663537" y="30129"/>
                  </a:lnTo>
                  <a:lnTo>
                    <a:pt x="6663537" y="30129"/>
                  </a:lnTo>
                  <a:lnTo>
                    <a:pt x="6747886" y="30129"/>
                  </a:lnTo>
                  <a:lnTo>
                    <a:pt x="6747886" y="15060"/>
                  </a:lnTo>
                  <a:lnTo>
                    <a:pt x="6832234" y="15060"/>
                  </a:lnTo>
                  <a:lnTo>
                    <a:pt x="6832234" y="15060"/>
                  </a:lnTo>
                  <a:lnTo>
                    <a:pt x="6916583" y="15060"/>
                  </a:lnTo>
                  <a:lnTo>
                    <a:pt x="6916583" y="15060"/>
                  </a:lnTo>
                  <a:lnTo>
                    <a:pt x="7000931" y="15060"/>
                  </a:lnTo>
                  <a:lnTo>
                    <a:pt x="7000931" y="15060"/>
                  </a:lnTo>
                  <a:lnTo>
                    <a:pt x="7085280" y="15060"/>
                  </a:lnTo>
                  <a:lnTo>
                    <a:pt x="7085280" y="15060"/>
                  </a:lnTo>
                  <a:lnTo>
                    <a:pt x="7169628" y="15060"/>
                  </a:lnTo>
                  <a:lnTo>
                    <a:pt x="7169628" y="15060"/>
                  </a:lnTo>
                  <a:lnTo>
                    <a:pt x="7253977" y="1506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77811" y="5285568"/>
              <a:ext cx="207477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terlipressin initiation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002694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MELD 3.0 model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2026-10-16T11:34:30Z</dcterms:modified>
  <cp:category/>
</cp:coreProperties>
</file>