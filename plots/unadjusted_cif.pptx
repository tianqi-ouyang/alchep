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321989be510e5f67ae98386b979688fa0e8b586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Unadjusted 90-day cumulative incidence of death (AH vs. non-AH)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1188720"/>
            <a:ext cx="8229600" cy="5029200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2026-05-19T11:00:24Z</dcterms:modified>
  <cp:category/>
</cp:coreProperties>
</file>