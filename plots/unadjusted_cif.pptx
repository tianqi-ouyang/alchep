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adbc53214e3d089d4a1c74dde7c710a7da2fe82b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Unadjusted 90-day cumulative incidence of death (AH vs. non-AH)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118872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2026-10-16T11:34:29Z</dcterms:modified>
  <cp:category/>
</cp:coreProperties>
</file>