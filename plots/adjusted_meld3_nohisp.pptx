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Adjusted CIF (MELD 3.0, no hispanic)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457200" y="1188720"/>
            <a:ext cx="8229600" cy="5029200"/>
            <a:chOff x="457200" y="1188720"/>
            <a:chExt cx="8229600" cy="5029200"/>
          </a:xfrm>
        </p:grpSpPr>
        <p:sp>
          <p:nvSpPr>
            <p:cNvPr id="4" name="pl3"/>
            <p:cNvSpPr/>
            <p:nvPr/>
          </p:nvSpPr>
          <p:spPr>
            <a:xfrm>
              <a:off x="1019512" y="4648161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019512" y="3814692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19512" y="298122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19512" y="2147754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84741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15198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345656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19512" y="5064895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19512" y="4231426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019512" y="3397957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019512" y="2564488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19512" y="1731019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19512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549970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080427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610884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19512" y="3223122"/>
              <a:ext cx="7591371" cy="1841772"/>
            </a:xfrm>
            <a:custGeom>
              <a:avLst/>
              <a:pathLst>
                <a:path w="7591371" h="1841772">
                  <a:moveTo>
                    <a:pt x="0" y="1841772"/>
                  </a:moveTo>
                  <a:lnTo>
                    <a:pt x="84348" y="1841772"/>
                  </a:lnTo>
                  <a:lnTo>
                    <a:pt x="84348" y="1802499"/>
                  </a:lnTo>
                  <a:lnTo>
                    <a:pt x="168697" y="1802499"/>
                  </a:lnTo>
                  <a:lnTo>
                    <a:pt x="168697" y="1763359"/>
                  </a:lnTo>
                  <a:lnTo>
                    <a:pt x="253045" y="1763359"/>
                  </a:lnTo>
                  <a:lnTo>
                    <a:pt x="253045" y="1724227"/>
                  </a:lnTo>
                  <a:lnTo>
                    <a:pt x="337394" y="1724227"/>
                  </a:lnTo>
                  <a:lnTo>
                    <a:pt x="337394" y="1704540"/>
                  </a:lnTo>
                  <a:lnTo>
                    <a:pt x="421742" y="1704540"/>
                  </a:lnTo>
                  <a:lnTo>
                    <a:pt x="421742" y="1665385"/>
                  </a:lnTo>
                  <a:lnTo>
                    <a:pt x="506091" y="1665385"/>
                  </a:lnTo>
                  <a:lnTo>
                    <a:pt x="506091" y="1626410"/>
                  </a:lnTo>
                  <a:lnTo>
                    <a:pt x="590440" y="1626410"/>
                  </a:lnTo>
                  <a:lnTo>
                    <a:pt x="590440" y="1568359"/>
                  </a:lnTo>
                  <a:lnTo>
                    <a:pt x="674788" y="1568359"/>
                  </a:lnTo>
                  <a:lnTo>
                    <a:pt x="674788" y="1548900"/>
                  </a:lnTo>
                  <a:lnTo>
                    <a:pt x="759137" y="1548900"/>
                  </a:lnTo>
                  <a:lnTo>
                    <a:pt x="759137" y="1453191"/>
                  </a:lnTo>
                  <a:lnTo>
                    <a:pt x="843485" y="1453191"/>
                  </a:lnTo>
                  <a:lnTo>
                    <a:pt x="843485" y="1395524"/>
                  </a:lnTo>
                  <a:lnTo>
                    <a:pt x="927834" y="1395524"/>
                  </a:lnTo>
                  <a:lnTo>
                    <a:pt x="927834" y="1319111"/>
                  </a:lnTo>
                  <a:lnTo>
                    <a:pt x="1012182" y="1319111"/>
                  </a:lnTo>
                  <a:lnTo>
                    <a:pt x="1012182" y="1187870"/>
                  </a:lnTo>
                  <a:lnTo>
                    <a:pt x="1096531" y="1187870"/>
                  </a:lnTo>
                  <a:lnTo>
                    <a:pt x="1096531" y="1130756"/>
                  </a:lnTo>
                  <a:lnTo>
                    <a:pt x="1180880" y="1130756"/>
                  </a:lnTo>
                  <a:lnTo>
                    <a:pt x="1180880" y="1092430"/>
                  </a:lnTo>
                  <a:lnTo>
                    <a:pt x="1265228" y="1092430"/>
                  </a:lnTo>
                  <a:lnTo>
                    <a:pt x="1265228" y="1035548"/>
                  </a:lnTo>
                  <a:lnTo>
                    <a:pt x="1349577" y="1035548"/>
                  </a:lnTo>
                  <a:lnTo>
                    <a:pt x="1349577" y="997422"/>
                  </a:lnTo>
                  <a:lnTo>
                    <a:pt x="1433925" y="997422"/>
                  </a:lnTo>
                  <a:lnTo>
                    <a:pt x="1433925" y="959409"/>
                  </a:lnTo>
                  <a:lnTo>
                    <a:pt x="1518274" y="959409"/>
                  </a:lnTo>
                  <a:lnTo>
                    <a:pt x="1518274" y="884316"/>
                  </a:lnTo>
                  <a:lnTo>
                    <a:pt x="1602622" y="884316"/>
                  </a:lnTo>
                  <a:lnTo>
                    <a:pt x="1602622" y="865408"/>
                  </a:lnTo>
                  <a:lnTo>
                    <a:pt x="1686971" y="865408"/>
                  </a:lnTo>
                  <a:lnTo>
                    <a:pt x="1686971" y="846574"/>
                  </a:lnTo>
                  <a:lnTo>
                    <a:pt x="1771320" y="846574"/>
                  </a:lnTo>
                  <a:lnTo>
                    <a:pt x="1771320" y="846574"/>
                  </a:lnTo>
                  <a:lnTo>
                    <a:pt x="1855668" y="846574"/>
                  </a:lnTo>
                  <a:lnTo>
                    <a:pt x="1855668" y="771290"/>
                  </a:lnTo>
                  <a:lnTo>
                    <a:pt x="1940017" y="771290"/>
                  </a:lnTo>
                  <a:lnTo>
                    <a:pt x="1940017" y="771290"/>
                  </a:lnTo>
                  <a:lnTo>
                    <a:pt x="2024365" y="771290"/>
                  </a:lnTo>
                  <a:lnTo>
                    <a:pt x="2024365" y="752450"/>
                  </a:lnTo>
                  <a:lnTo>
                    <a:pt x="2108714" y="752450"/>
                  </a:lnTo>
                  <a:lnTo>
                    <a:pt x="2108714" y="715013"/>
                  </a:lnTo>
                  <a:lnTo>
                    <a:pt x="2193062" y="715013"/>
                  </a:lnTo>
                  <a:lnTo>
                    <a:pt x="2193062" y="641376"/>
                  </a:lnTo>
                  <a:lnTo>
                    <a:pt x="2277411" y="641376"/>
                  </a:lnTo>
                  <a:lnTo>
                    <a:pt x="2277411" y="622788"/>
                  </a:lnTo>
                  <a:lnTo>
                    <a:pt x="2361760" y="622788"/>
                  </a:lnTo>
                  <a:lnTo>
                    <a:pt x="2361760" y="549375"/>
                  </a:lnTo>
                  <a:lnTo>
                    <a:pt x="2446108" y="549375"/>
                  </a:lnTo>
                  <a:lnTo>
                    <a:pt x="2446108" y="494554"/>
                  </a:lnTo>
                  <a:lnTo>
                    <a:pt x="2530457" y="494554"/>
                  </a:lnTo>
                  <a:lnTo>
                    <a:pt x="2530457" y="440238"/>
                  </a:lnTo>
                  <a:lnTo>
                    <a:pt x="2614805" y="440238"/>
                  </a:lnTo>
                  <a:lnTo>
                    <a:pt x="2614805" y="422012"/>
                  </a:lnTo>
                  <a:lnTo>
                    <a:pt x="2699154" y="422012"/>
                  </a:lnTo>
                  <a:lnTo>
                    <a:pt x="2699154" y="422012"/>
                  </a:lnTo>
                  <a:lnTo>
                    <a:pt x="2783503" y="422012"/>
                  </a:lnTo>
                  <a:lnTo>
                    <a:pt x="2783503" y="422012"/>
                  </a:lnTo>
                  <a:lnTo>
                    <a:pt x="2867851" y="422012"/>
                  </a:lnTo>
                  <a:lnTo>
                    <a:pt x="2867851" y="368078"/>
                  </a:lnTo>
                  <a:lnTo>
                    <a:pt x="2952200" y="368078"/>
                  </a:lnTo>
                  <a:lnTo>
                    <a:pt x="2952200" y="332203"/>
                  </a:lnTo>
                  <a:lnTo>
                    <a:pt x="3036548" y="332203"/>
                  </a:lnTo>
                  <a:lnTo>
                    <a:pt x="3036548" y="332203"/>
                  </a:lnTo>
                  <a:lnTo>
                    <a:pt x="3120897" y="332203"/>
                  </a:lnTo>
                  <a:lnTo>
                    <a:pt x="3120897" y="314328"/>
                  </a:lnTo>
                  <a:lnTo>
                    <a:pt x="3205245" y="314328"/>
                  </a:lnTo>
                  <a:lnTo>
                    <a:pt x="3205245" y="296519"/>
                  </a:lnTo>
                  <a:lnTo>
                    <a:pt x="3289594" y="296519"/>
                  </a:lnTo>
                  <a:lnTo>
                    <a:pt x="3289594" y="296519"/>
                  </a:lnTo>
                  <a:lnTo>
                    <a:pt x="3373943" y="296519"/>
                  </a:lnTo>
                  <a:lnTo>
                    <a:pt x="3373943" y="296519"/>
                  </a:lnTo>
                  <a:lnTo>
                    <a:pt x="3458291" y="296519"/>
                  </a:lnTo>
                  <a:lnTo>
                    <a:pt x="3458291" y="296519"/>
                  </a:lnTo>
                  <a:lnTo>
                    <a:pt x="3542640" y="296519"/>
                  </a:lnTo>
                  <a:lnTo>
                    <a:pt x="3542640" y="296519"/>
                  </a:lnTo>
                  <a:lnTo>
                    <a:pt x="3626988" y="296519"/>
                  </a:lnTo>
                  <a:lnTo>
                    <a:pt x="3626988" y="296519"/>
                  </a:lnTo>
                  <a:lnTo>
                    <a:pt x="3711337" y="296519"/>
                  </a:lnTo>
                  <a:lnTo>
                    <a:pt x="3711337" y="296519"/>
                  </a:lnTo>
                  <a:lnTo>
                    <a:pt x="3795685" y="296519"/>
                  </a:lnTo>
                  <a:lnTo>
                    <a:pt x="3795685" y="278769"/>
                  </a:lnTo>
                  <a:lnTo>
                    <a:pt x="3880034" y="278769"/>
                  </a:lnTo>
                  <a:lnTo>
                    <a:pt x="3880034" y="278769"/>
                  </a:lnTo>
                  <a:lnTo>
                    <a:pt x="3964383" y="278769"/>
                  </a:lnTo>
                  <a:lnTo>
                    <a:pt x="3964383" y="261064"/>
                  </a:lnTo>
                  <a:lnTo>
                    <a:pt x="4048731" y="261064"/>
                  </a:lnTo>
                  <a:lnTo>
                    <a:pt x="4048731" y="243398"/>
                  </a:lnTo>
                  <a:lnTo>
                    <a:pt x="4133080" y="243398"/>
                  </a:lnTo>
                  <a:lnTo>
                    <a:pt x="4133080" y="208441"/>
                  </a:lnTo>
                  <a:lnTo>
                    <a:pt x="4217428" y="208441"/>
                  </a:lnTo>
                  <a:lnTo>
                    <a:pt x="4217428" y="208441"/>
                  </a:lnTo>
                  <a:lnTo>
                    <a:pt x="4301777" y="208441"/>
                  </a:lnTo>
                  <a:lnTo>
                    <a:pt x="4301777" y="208441"/>
                  </a:lnTo>
                  <a:lnTo>
                    <a:pt x="4386125" y="208441"/>
                  </a:lnTo>
                  <a:lnTo>
                    <a:pt x="4386125" y="190905"/>
                  </a:lnTo>
                  <a:lnTo>
                    <a:pt x="4470474" y="190905"/>
                  </a:lnTo>
                  <a:lnTo>
                    <a:pt x="4470474" y="190905"/>
                  </a:lnTo>
                  <a:lnTo>
                    <a:pt x="4554823" y="190905"/>
                  </a:lnTo>
                  <a:lnTo>
                    <a:pt x="4554823" y="173423"/>
                  </a:lnTo>
                  <a:lnTo>
                    <a:pt x="4639171" y="173423"/>
                  </a:lnTo>
                  <a:lnTo>
                    <a:pt x="4639171" y="173423"/>
                  </a:lnTo>
                  <a:lnTo>
                    <a:pt x="4723520" y="173423"/>
                  </a:lnTo>
                  <a:lnTo>
                    <a:pt x="4723520" y="173423"/>
                  </a:lnTo>
                  <a:lnTo>
                    <a:pt x="4807868" y="173423"/>
                  </a:lnTo>
                  <a:lnTo>
                    <a:pt x="4807868" y="173423"/>
                  </a:lnTo>
                  <a:lnTo>
                    <a:pt x="4892217" y="173423"/>
                  </a:lnTo>
                  <a:lnTo>
                    <a:pt x="4892217" y="173423"/>
                  </a:lnTo>
                  <a:lnTo>
                    <a:pt x="4976565" y="173423"/>
                  </a:lnTo>
                  <a:lnTo>
                    <a:pt x="4976565" y="155970"/>
                  </a:lnTo>
                  <a:lnTo>
                    <a:pt x="5060914" y="155970"/>
                  </a:lnTo>
                  <a:lnTo>
                    <a:pt x="5060914" y="121402"/>
                  </a:lnTo>
                  <a:lnTo>
                    <a:pt x="5145263" y="121402"/>
                  </a:lnTo>
                  <a:lnTo>
                    <a:pt x="5145263" y="121402"/>
                  </a:lnTo>
                  <a:lnTo>
                    <a:pt x="5229611" y="121402"/>
                  </a:lnTo>
                  <a:lnTo>
                    <a:pt x="5229611" y="121402"/>
                  </a:lnTo>
                  <a:lnTo>
                    <a:pt x="5313960" y="121402"/>
                  </a:lnTo>
                  <a:lnTo>
                    <a:pt x="5313960" y="121402"/>
                  </a:lnTo>
                  <a:lnTo>
                    <a:pt x="5398308" y="121402"/>
                  </a:lnTo>
                  <a:lnTo>
                    <a:pt x="5398308" y="104144"/>
                  </a:lnTo>
                  <a:lnTo>
                    <a:pt x="5482657" y="104144"/>
                  </a:lnTo>
                  <a:lnTo>
                    <a:pt x="5482657" y="86974"/>
                  </a:lnTo>
                  <a:lnTo>
                    <a:pt x="5567006" y="86974"/>
                  </a:lnTo>
                  <a:lnTo>
                    <a:pt x="5567006" y="86974"/>
                  </a:lnTo>
                  <a:lnTo>
                    <a:pt x="5651354" y="86974"/>
                  </a:lnTo>
                  <a:lnTo>
                    <a:pt x="5651354" y="86974"/>
                  </a:lnTo>
                  <a:lnTo>
                    <a:pt x="5735703" y="86974"/>
                  </a:lnTo>
                  <a:lnTo>
                    <a:pt x="5735703" y="69779"/>
                  </a:lnTo>
                  <a:lnTo>
                    <a:pt x="5820051" y="69779"/>
                  </a:lnTo>
                  <a:lnTo>
                    <a:pt x="5820051" y="69779"/>
                  </a:lnTo>
                  <a:lnTo>
                    <a:pt x="5904400" y="69779"/>
                  </a:lnTo>
                  <a:lnTo>
                    <a:pt x="5904400" y="69779"/>
                  </a:lnTo>
                  <a:lnTo>
                    <a:pt x="5988748" y="69779"/>
                  </a:lnTo>
                  <a:lnTo>
                    <a:pt x="5988748" y="69779"/>
                  </a:lnTo>
                  <a:lnTo>
                    <a:pt x="6073097" y="69779"/>
                  </a:lnTo>
                  <a:lnTo>
                    <a:pt x="6073097" y="69779"/>
                  </a:lnTo>
                  <a:lnTo>
                    <a:pt x="6157446" y="69779"/>
                  </a:lnTo>
                  <a:lnTo>
                    <a:pt x="6157446" y="34895"/>
                  </a:lnTo>
                  <a:lnTo>
                    <a:pt x="6241794" y="34895"/>
                  </a:lnTo>
                  <a:lnTo>
                    <a:pt x="6241794" y="34895"/>
                  </a:lnTo>
                  <a:lnTo>
                    <a:pt x="6326143" y="34895"/>
                  </a:lnTo>
                  <a:lnTo>
                    <a:pt x="6326143" y="34895"/>
                  </a:lnTo>
                  <a:lnTo>
                    <a:pt x="6410491" y="34895"/>
                  </a:lnTo>
                  <a:lnTo>
                    <a:pt x="6410491" y="34895"/>
                  </a:lnTo>
                  <a:lnTo>
                    <a:pt x="6494840" y="34895"/>
                  </a:lnTo>
                  <a:lnTo>
                    <a:pt x="6494840" y="34895"/>
                  </a:lnTo>
                  <a:lnTo>
                    <a:pt x="6579188" y="34895"/>
                  </a:lnTo>
                  <a:lnTo>
                    <a:pt x="6579188" y="34895"/>
                  </a:lnTo>
                  <a:lnTo>
                    <a:pt x="6663537" y="34895"/>
                  </a:lnTo>
                  <a:lnTo>
                    <a:pt x="6663537" y="34895"/>
                  </a:lnTo>
                  <a:lnTo>
                    <a:pt x="6747886" y="34895"/>
                  </a:lnTo>
                  <a:lnTo>
                    <a:pt x="6747886" y="17407"/>
                  </a:lnTo>
                  <a:lnTo>
                    <a:pt x="6832234" y="17407"/>
                  </a:lnTo>
                  <a:lnTo>
                    <a:pt x="6832234" y="17407"/>
                  </a:lnTo>
                  <a:lnTo>
                    <a:pt x="6916583" y="17407"/>
                  </a:lnTo>
                  <a:lnTo>
                    <a:pt x="6916583" y="17407"/>
                  </a:lnTo>
                  <a:lnTo>
                    <a:pt x="7000931" y="17407"/>
                  </a:lnTo>
                  <a:lnTo>
                    <a:pt x="7000931" y="17407"/>
                  </a:lnTo>
                  <a:lnTo>
                    <a:pt x="7085280" y="17407"/>
                  </a:lnTo>
                  <a:lnTo>
                    <a:pt x="7085280" y="17407"/>
                  </a:lnTo>
                  <a:lnTo>
                    <a:pt x="7169628" y="17407"/>
                  </a:lnTo>
                  <a:lnTo>
                    <a:pt x="7169628" y="17407"/>
                  </a:lnTo>
                  <a:lnTo>
                    <a:pt x="7253977" y="17407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19512" y="3714130"/>
              <a:ext cx="7591371" cy="1350765"/>
            </a:xfrm>
            <a:custGeom>
              <a:avLst/>
              <a:pathLst>
                <a:path w="7591371" h="1350765">
                  <a:moveTo>
                    <a:pt x="0" y="1350765"/>
                  </a:moveTo>
                  <a:lnTo>
                    <a:pt x="84348" y="1350765"/>
                  </a:lnTo>
                  <a:lnTo>
                    <a:pt x="84348" y="1325335"/>
                  </a:lnTo>
                  <a:lnTo>
                    <a:pt x="168697" y="1325335"/>
                  </a:lnTo>
                  <a:lnTo>
                    <a:pt x="168697" y="1299885"/>
                  </a:lnTo>
                  <a:lnTo>
                    <a:pt x="253045" y="1299885"/>
                  </a:lnTo>
                  <a:lnTo>
                    <a:pt x="253045" y="1274331"/>
                  </a:lnTo>
                  <a:lnTo>
                    <a:pt x="337394" y="1274331"/>
                  </a:lnTo>
                  <a:lnTo>
                    <a:pt x="337394" y="1261434"/>
                  </a:lnTo>
                  <a:lnTo>
                    <a:pt x="421742" y="1261434"/>
                  </a:lnTo>
                  <a:lnTo>
                    <a:pt x="421742" y="1235699"/>
                  </a:lnTo>
                  <a:lnTo>
                    <a:pt x="506091" y="1235699"/>
                  </a:lnTo>
                  <a:lnTo>
                    <a:pt x="506091" y="1209971"/>
                  </a:lnTo>
                  <a:lnTo>
                    <a:pt x="590440" y="1209971"/>
                  </a:lnTo>
                  <a:lnTo>
                    <a:pt x="590440" y="1171437"/>
                  </a:lnTo>
                  <a:lnTo>
                    <a:pt x="674788" y="1171437"/>
                  </a:lnTo>
                  <a:lnTo>
                    <a:pt x="674788" y="1158462"/>
                  </a:lnTo>
                  <a:lnTo>
                    <a:pt x="759137" y="1158462"/>
                  </a:lnTo>
                  <a:lnTo>
                    <a:pt x="759137" y="1094214"/>
                  </a:lnTo>
                  <a:lnTo>
                    <a:pt x="843485" y="1094214"/>
                  </a:lnTo>
                  <a:lnTo>
                    <a:pt x="843485" y="1055146"/>
                  </a:lnTo>
                  <a:lnTo>
                    <a:pt x="927834" y="1055146"/>
                  </a:lnTo>
                  <a:lnTo>
                    <a:pt x="927834" y="1002950"/>
                  </a:lnTo>
                  <a:lnTo>
                    <a:pt x="1012182" y="1002950"/>
                  </a:lnTo>
                  <a:lnTo>
                    <a:pt x="1012182" y="912115"/>
                  </a:lnTo>
                  <a:lnTo>
                    <a:pt x="1096531" y="912115"/>
                  </a:lnTo>
                  <a:lnTo>
                    <a:pt x="1096531" y="872095"/>
                  </a:lnTo>
                  <a:lnTo>
                    <a:pt x="1180880" y="872095"/>
                  </a:lnTo>
                  <a:lnTo>
                    <a:pt x="1180880" y="845067"/>
                  </a:lnTo>
                  <a:lnTo>
                    <a:pt x="1265228" y="845067"/>
                  </a:lnTo>
                  <a:lnTo>
                    <a:pt x="1265228" y="804690"/>
                  </a:lnTo>
                  <a:lnTo>
                    <a:pt x="1349577" y="804690"/>
                  </a:lnTo>
                  <a:lnTo>
                    <a:pt x="1349577" y="777446"/>
                  </a:lnTo>
                  <a:lnTo>
                    <a:pt x="1433925" y="777446"/>
                  </a:lnTo>
                  <a:lnTo>
                    <a:pt x="1433925" y="750137"/>
                  </a:lnTo>
                  <a:lnTo>
                    <a:pt x="1518274" y="750137"/>
                  </a:lnTo>
                  <a:lnTo>
                    <a:pt x="1518274" y="695741"/>
                  </a:lnTo>
                  <a:lnTo>
                    <a:pt x="1602622" y="695741"/>
                  </a:lnTo>
                  <a:lnTo>
                    <a:pt x="1602622" y="681950"/>
                  </a:lnTo>
                  <a:lnTo>
                    <a:pt x="1686971" y="681950"/>
                  </a:lnTo>
                  <a:lnTo>
                    <a:pt x="1686971" y="668174"/>
                  </a:lnTo>
                  <a:lnTo>
                    <a:pt x="1771320" y="668174"/>
                  </a:lnTo>
                  <a:lnTo>
                    <a:pt x="1771320" y="668174"/>
                  </a:lnTo>
                  <a:lnTo>
                    <a:pt x="1855668" y="668174"/>
                  </a:lnTo>
                  <a:lnTo>
                    <a:pt x="1855668" y="612708"/>
                  </a:lnTo>
                  <a:lnTo>
                    <a:pt x="1940017" y="612708"/>
                  </a:lnTo>
                  <a:lnTo>
                    <a:pt x="1940017" y="612708"/>
                  </a:lnTo>
                  <a:lnTo>
                    <a:pt x="2024365" y="612708"/>
                  </a:lnTo>
                  <a:lnTo>
                    <a:pt x="2024365" y="598726"/>
                  </a:lnTo>
                  <a:lnTo>
                    <a:pt x="2108714" y="598726"/>
                  </a:lnTo>
                  <a:lnTo>
                    <a:pt x="2108714" y="570818"/>
                  </a:lnTo>
                  <a:lnTo>
                    <a:pt x="2193062" y="570818"/>
                  </a:lnTo>
                  <a:lnTo>
                    <a:pt x="2193062" y="515432"/>
                  </a:lnTo>
                  <a:lnTo>
                    <a:pt x="2277411" y="515432"/>
                  </a:lnTo>
                  <a:lnTo>
                    <a:pt x="2277411" y="501344"/>
                  </a:lnTo>
                  <a:lnTo>
                    <a:pt x="2361760" y="501344"/>
                  </a:lnTo>
                  <a:lnTo>
                    <a:pt x="2361760" y="445272"/>
                  </a:lnTo>
                  <a:lnTo>
                    <a:pt x="2446108" y="445272"/>
                  </a:lnTo>
                  <a:lnTo>
                    <a:pt x="2446108" y="402933"/>
                  </a:lnTo>
                  <a:lnTo>
                    <a:pt x="2530457" y="402933"/>
                  </a:lnTo>
                  <a:lnTo>
                    <a:pt x="2530457" y="360576"/>
                  </a:lnTo>
                  <a:lnTo>
                    <a:pt x="2614805" y="360576"/>
                  </a:lnTo>
                  <a:lnTo>
                    <a:pt x="2614805" y="346268"/>
                  </a:lnTo>
                  <a:lnTo>
                    <a:pt x="2699154" y="346268"/>
                  </a:lnTo>
                  <a:lnTo>
                    <a:pt x="2699154" y="346268"/>
                  </a:lnTo>
                  <a:lnTo>
                    <a:pt x="2783503" y="346268"/>
                  </a:lnTo>
                  <a:lnTo>
                    <a:pt x="2783503" y="346268"/>
                  </a:lnTo>
                  <a:lnTo>
                    <a:pt x="2867851" y="346268"/>
                  </a:lnTo>
                  <a:lnTo>
                    <a:pt x="2867851" y="303644"/>
                  </a:lnTo>
                  <a:lnTo>
                    <a:pt x="2952200" y="303644"/>
                  </a:lnTo>
                  <a:lnTo>
                    <a:pt x="2952200" y="275049"/>
                  </a:lnTo>
                  <a:lnTo>
                    <a:pt x="3036548" y="275049"/>
                  </a:lnTo>
                  <a:lnTo>
                    <a:pt x="3036548" y="275049"/>
                  </a:lnTo>
                  <a:lnTo>
                    <a:pt x="3120897" y="275049"/>
                  </a:lnTo>
                  <a:lnTo>
                    <a:pt x="3120897" y="260728"/>
                  </a:lnTo>
                  <a:lnTo>
                    <a:pt x="3205245" y="260728"/>
                  </a:lnTo>
                  <a:lnTo>
                    <a:pt x="3205245" y="246410"/>
                  </a:lnTo>
                  <a:lnTo>
                    <a:pt x="3289594" y="246410"/>
                  </a:lnTo>
                  <a:lnTo>
                    <a:pt x="3289594" y="246410"/>
                  </a:lnTo>
                  <a:lnTo>
                    <a:pt x="3373943" y="246410"/>
                  </a:lnTo>
                  <a:lnTo>
                    <a:pt x="3373943" y="246410"/>
                  </a:lnTo>
                  <a:lnTo>
                    <a:pt x="3458291" y="246410"/>
                  </a:lnTo>
                  <a:lnTo>
                    <a:pt x="3458291" y="246410"/>
                  </a:lnTo>
                  <a:lnTo>
                    <a:pt x="3542640" y="246410"/>
                  </a:lnTo>
                  <a:lnTo>
                    <a:pt x="3542640" y="246410"/>
                  </a:lnTo>
                  <a:lnTo>
                    <a:pt x="3626988" y="246410"/>
                  </a:lnTo>
                  <a:lnTo>
                    <a:pt x="3626988" y="246410"/>
                  </a:lnTo>
                  <a:lnTo>
                    <a:pt x="3711337" y="246410"/>
                  </a:lnTo>
                  <a:lnTo>
                    <a:pt x="3711337" y="246410"/>
                  </a:lnTo>
                  <a:lnTo>
                    <a:pt x="3795685" y="246410"/>
                  </a:lnTo>
                  <a:lnTo>
                    <a:pt x="3795685" y="232088"/>
                  </a:lnTo>
                  <a:lnTo>
                    <a:pt x="3880034" y="232088"/>
                  </a:lnTo>
                  <a:lnTo>
                    <a:pt x="3880034" y="232088"/>
                  </a:lnTo>
                  <a:lnTo>
                    <a:pt x="3964383" y="232088"/>
                  </a:lnTo>
                  <a:lnTo>
                    <a:pt x="3964383" y="217753"/>
                  </a:lnTo>
                  <a:lnTo>
                    <a:pt x="4048731" y="217753"/>
                  </a:lnTo>
                  <a:lnTo>
                    <a:pt x="4048731" y="203397"/>
                  </a:lnTo>
                  <a:lnTo>
                    <a:pt x="4133080" y="203397"/>
                  </a:lnTo>
                  <a:lnTo>
                    <a:pt x="4133080" y="174837"/>
                  </a:lnTo>
                  <a:lnTo>
                    <a:pt x="4217428" y="174837"/>
                  </a:lnTo>
                  <a:lnTo>
                    <a:pt x="4217428" y="174837"/>
                  </a:lnTo>
                  <a:lnTo>
                    <a:pt x="4301777" y="174837"/>
                  </a:lnTo>
                  <a:lnTo>
                    <a:pt x="4301777" y="174837"/>
                  </a:lnTo>
                  <a:lnTo>
                    <a:pt x="4386125" y="174837"/>
                  </a:lnTo>
                  <a:lnTo>
                    <a:pt x="4386125" y="160432"/>
                  </a:lnTo>
                  <a:lnTo>
                    <a:pt x="4470474" y="160432"/>
                  </a:lnTo>
                  <a:lnTo>
                    <a:pt x="4470474" y="160432"/>
                  </a:lnTo>
                  <a:lnTo>
                    <a:pt x="4554823" y="160432"/>
                  </a:lnTo>
                  <a:lnTo>
                    <a:pt x="4554823" y="146019"/>
                  </a:lnTo>
                  <a:lnTo>
                    <a:pt x="4639171" y="146019"/>
                  </a:lnTo>
                  <a:lnTo>
                    <a:pt x="4639171" y="146019"/>
                  </a:lnTo>
                  <a:lnTo>
                    <a:pt x="4723520" y="146019"/>
                  </a:lnTo>
                  <a:lnTo>
                    <a:pt x="4723520" y="146019"/>
                  </a:lnTo>
                  <a:lnTo>
                    <a:pt x="4807868" y="146019"/>
                  </a:lnTo>
                  <a:lnTo>
                    <a:pt x="4807868" y="146019"/>
                  </a:lnTo>
                  <a:lnTo>
                    <a:pt x="4892217" y="146019"/>
                  </a:lnTo>
                  <a:lnTo>
                    <a:pt x="4892217" y="146019"/>
                  </a:lnTo>
                  <a:lnTo>
                    <a:pt x="4976565" y="146019"/>
                  </a:lnTo>
                  <a:lnTo>
                    <a:pt x="4976565" y="131576"/>
                  </a:lnTo>
                  <a:lnTo>
                    <a:pt x="5060914" y="131576"/>
                  </a:lnTo>
                  <a:lnTo>
                    <a:pt x="5060914" y="102809"/>
                  </a:lnTo>
                  <a:lnTo>
                    <a:pt x="5145263" y="102809"/>
                  </a:lnTo>
                  <a:lnTo>
                    <a:pt x="5145263" y="102809"/>
                  </a:lnTo>
                  <a:lnTo>
                    <a:pt x="5229611" y="102809"/>
                  </a:lnTo>
                  <a:lnTo>
                    <a:pt x="5229611" y="102809"/>
                  </a:lnTo>
                  <a:lnTo>
                    <a:pt x="5313960" y="102809"/>
                  </a:lnTo>
                  <a:lnTo>
                    <a:pt x="5313960" y="102809"/>
                  </a:lnTo>
                  <a:lnTo>
                    <a:pt x="5398308" y="102809"/>
                  </a:lnTo>
                  <a:lnTo>
                    <a:pt x="5398308" y="88365"/>
                  </a:lnTo>
                  <a:lnTo>
                    <a:pt x="5482657" y="88365"/>
                  </a:lnTo>
                  <a:lnTo>
                    <a:pt x="5482657" y="73941"/>
                  </a:lnTo>
                  <a:lnTo>
                    <a:pt x="5567006" y="73941"/>
                  </a:lnTo>
                  <a:lnTo>
                    <a:pt x="5567006" y="73941"/>
                  </a:lnTo>
                  <a:lnTo>
                    <a:pt x="5651354" y="73941"/>
                  </a:lnTo>
                  <a:lnTo>
                    <a:pt x="5651354" y="73941"/>
                  </a:lnTo>
                  <a:lnTo>
                    <a:pt x="5735703" y="73941"/>
                  </a:lnTo>
                  <a:lnTo>
                    <a:pt x="5735703" y="59439"/>
                  </a:lnTo>
                  <a:lnTo>
                    <a:pt x="5820051" y="59439"/>
                  </a:lnTo>
                  <a:lnTo>
                    <a:pt x="5820051" y="59439"/>
                  </a:lnTo>
                  <a:lnTo>
                    <a:pt x="5904400" y="59439"/>
                  </a:lnTo>
                  <a:lnTo>
                    <a:pt x="5904400" y="59439"/>
                  </a:lnTo>
                  <a:lnTo>
                    <a:pt x="5988748" y="59439"/>
                  </a:lnTo>
                  <a:lnTo>
                    <a:pt x="5988748" y="59439"/>
                  </a:lnTo>
                  <a:lnTo>
                    <a:pt x="6073097" y="59439"/>
                  </a:lnTo>
                  <a:lnTo>
                    <a:pt x="6073097" y="59439"/>
                  </a:lnTo>
                  <a:lnTo>
                    <a:pt x="6157446" y="59439"/>
                  </a:lnTo>
                  <a:lnTo>
                    <a:pt x="6157446" y="29844"/>
                  </a:lnTo>
                  <a:lnTo>
                    <a:pt x="6241794" y="29844"/>
                  </a:lnTo>
                  <a:lnTo>
                    <a:pt x="6241794" y="29844"/>
                  </a:lnTo>
                  <a:lnTo>
                    <a:pt x="6326143" y="29844"/>
                  </a:lnTo>
                  <a:lnTo>
                    <a:pt x="6326143" y="29844"/>
                  </a:lnTo>
                  <a:lnTo>
                    <a:pt x="6410491" y="29844"/>
                  </a:lnTo>
                  <a:lnTo>
                    <a:pt x="6410491" y="29844"/>
                  </a:lnTo>
                  <a:lnTo>
                    <a:pt x="6494840" y="29844"/>
                  </a:lnTo>
                  <a:lnTo>
                    <a:pt x="6494840" y="29844"/>
                  </a:lnTo>
                  <a:lnTo>
                    <a:pt x="6579188" y="29844"/>
                  </a:lnTo>
                  <a:lnTo>
                    <a:pt x="6579188" y="29844"/>
                  </a:lnTo>
                  <a:lnTo>
                    <a:pt x="6663537" y="29844"/>
                  </a:lnTo>
                  <a:lnTo>
                    <a:pt x="6663537" y="29844"/>
                  </a:lnTo>
                  <a:lnTo>
                    <a:pt x="6747886" y="29844"/>
                  </a:lnTo>
                  <a:lnTo>
                    <a:pt x="6747886" y="14918"/>
                  </a:lnTo>
                  <a:lnTo>
                    <a:pt x="6832234" y="14918"/>
                  </a:lnTo>
                  <a:lnTo>
                    <a:pt x="6832234" y="14918"/>
                  </a:lnTo>
                  <a:lnTo>
                    <a:pt x="6916583" y="14918"/>
                  </a:lnTo>
                  <a:lnTo>
                    <a:pt x="6916583" y="14918"/>
                  </a:lnTo>
                  <a:lnTo>
                    <a:pt x="7000931" y="14918"/>
                  </a:lnTo>
                  <a:lnTo>
                    <a:pt x="7000931" y="14918"/>
                  </a:lnTo>
                  <a:lnTo>
                    <a:pt x="7085280" y="14918"/>
                  </a:lnTo>
                  <a:lnTo>
                    <a:pt x="7085280" y="14918"/>
                  </a:lnTo>
                  <a:lnTo>
                    <a:pt x="7169628" y="14918"/>
                  </a:lnTo>
                  <a:lnTo>
                    <a:pt x="7169628" y="14918"/>
                  </a:lnTo>
                  <a:lnTo>
                    <a:pt x="7253977" y="14918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714085" y="502118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4085" y="4187718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4085" y="3354249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14085" y="2520780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14085" y="1687311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85634" y="5133219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482213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012670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543127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3777811" y="5285568"/>
              <a:ext cx="2074773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terlipressin initiation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166080" y="3343276"/>
              <a:ext cx="1507754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CIF  -  Death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532758" y="5711373"/>
              <a:ext cx="1219718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Alcoholic hepatitis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4850337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5390879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5123763" y="5722346"/>
              <a:ext cx="16925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AH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664305" y="5722346"/>
              <a:ext cx="43333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Non-AH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019512" y="1512092"/>
              <a:ext cx="409971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Continuous covariates at median, categoricals at modal level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019512" y="1264635"/>
              <a:ext cx="5099974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90-day CIF of death  -  MELD 3.0 model (no hispanic)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821428" y="6027613"/>
              <a:ext cx="378945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Outcome: death (cause 1)  |  Competing risk: liver transplant (cause 2)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2026-10-16T11:34:32Z</dcterms:modified>
  <cp:category/>
</cp:coreProperties>
</file>