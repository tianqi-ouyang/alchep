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Flow diagram: non-alcoholic hepatitis (etoh_hepatitis = 0)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2523384" y="2120571"/>
              <a:ext cx="1453856" cy="842926"/>
            </a:xfrm>
            <a:custGeom>
              <a:avLst/>
              <a:pathLst>
                <a:path w="1453856" h="842926">
                  <a:moveTo>
                    <a:pt x="1453856" y="0"/>
                  </a:moveTo>
                  <a:lnTo>
                    <a:pt x="0" y="842926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523384" y="2894836"/>
              <a:ext cx="79199" cy="68661"/>
            </a:xfrm>
            <a:custGeom>
              <a:avLst/>
              <a:pathLst>
                <a:path w="79199" h="68661">
                  <a:moveTo>
                    <a:pt x="39474" y="0"/>
                  </a:moveTo>
                  <a:lnTo>
                    <a:pt x="0" y="68661"/>
                  </a:lnTo>
                  <a:lnTo>
                    <a:pt x="79199" y="68516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166759" y="2120571"/>
              <a:ext cx="1453856" cy="842926"/>
            </a:xfrm>
            <a:custGeom>
              <a:avLst/>
              <a:pathLst>
                <a:path w="1453856" h="842926">
                  <a:moveTo>
                    <a:pt x="0" y="0"/>
                  </a:moveTo>
                  <a:lnTo>
                    <a:pt x="1453856" y="842926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6541416" y="2894836"/>
              <a:ext cx="79199" cy="68661"/>
            </a:xfrm>
            <a:custGeom>
              <a:avLst/>
              <a:pathLst>
                <a:path w="79199" h="68661">
                  <a:moveTo>
                    <a:pt x="0" y="68516"/>
                  </a:moveTo>
                  <a:lnTo>
                    <a:pt x="79199" y="68661"/>
                  </a:lnTo>
                  <a:lnTo>
                    <a:pt x="39725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234738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195138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600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23384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483784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12029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772429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599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331970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5292370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6620615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6581015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09261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7869661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600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3052059" y="1277645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03443" y="2963497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100675" y="2963497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623457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912103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3200748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4720689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009335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97980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3737975" y="1408544"/>
              <a:ext cx="1668048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Non-alcoholic hepatitis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937939" y="3094397"/>
              <a:ext cx="1170889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Non-responders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182526" y="3094397"/>
              <a:ext cx="876178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Responders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4281" y="4910630"/>
              <a:ext cx="360913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057680" y="4910630"/>
              <a:ext cx="931407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RRT at 90 days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324700" y="4910630"/>
              <a:ext cx="974658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Liver transplant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151513" y="4910630"/>
              <a:ext cx="360913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154912" y="4910630"/>
              <a:ext cx="931407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RRT at 90 days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421932" y="4910630"/>
              <a:ext cx="974658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Liver transplant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128516" y="1642107"/>
              <a:ext cx="886968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etoh_hepatitis = 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871416" y="3327960"/>
              <a:ext cx="1303934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hrs_responders_cat_2 = 0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968648" y="3327960"/>
              <a:ext cx="1303934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hrs_responders_cat_2 = 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686052" y="5241251"/>
              <a:ext cx="1097371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time_to_death_status = 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2218568" y="5241251"/>
              <a:ext cx="609630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efu_90_rrt = 1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389348" y="5188566"/>
              <a:ext cx="845362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transplant_lt_status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645425" y="5293936"/>
              <a:ext cx="333207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= 1 or 2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783284" y="5241251"/>
              <a:ext cx="1097371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time_to_death_status = 1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6315800" y="5241251"/>
              <a:ext cx="609630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efu_90_rrt = 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7486580" y="5188566"/>
              <a:ext cx="845362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transplant_lt_status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7742657" y="5293936"/>
              <a:ext cx="333207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= 1 or 2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328906" y="1883281"/>
              <a:ext cx="4861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184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2320478" y="3569134"/>
              <a:ext cx="405810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78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377522" y="3569134"/>
              <a:ext cx="4861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106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057253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36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2381057" y="5530354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4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161647" y="5666944"/>
              <a:ext cx="723473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(missing: 31)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634544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28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154485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39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478289" y="5530354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4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6258879" y="5666944"/>
              <a:ext cx="723473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(missing: 32)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731776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35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1394688" y="6059959"/>
              <a:ext cx="635462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Outcome boxes can overlap. RRT at 90 days is from the extended follow-up data (missing = no EFU record or field left blank).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2026-10-05T14:42:10Z</dcterms:modified>
  <cp:category/>
</cp:coreProperties>
</file>