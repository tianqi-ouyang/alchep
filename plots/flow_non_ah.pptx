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Flow diagram: non-AH (etoh_hepatitis = 0)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457200" y="1188720"/>
            <a:ext cx="8229600" cy="5029200"/>
            <a:chOff x="457200" y="1188720"/>
            <a:chExt cx="8229600" cy="5029200"/>
          </a:xfrm>
        </p:grpSpPr>
        <p:sp>
          <p:nvSpPr>
            <p:cNvPr id="4" name="pg3"/>
            <p:cNvSpPr/>
            <p:nvPr/>
          </p:nvSpPr>
          <p:spPr>
            <a:xfrm>
              <a:off x="1656665" y="2509950"/>
              <a:ext cx="719835" cy="1180530"/>
            </a:xfrm>
            <a:custGeom>
              <a:avLst/>
              <a:pathLst>
                <a:path w="719835" h="1180530">
                  <a:moveTo>
                    <a:pt x="0" y="863802"/>
                  </a:moveTo>
                  <a:lnTo>
                    <a:pt x="12200" y="863066"/>
                  </a:lnTo>
                  <a:lnTo>
                    <a:pt x="24401" y="860892"/>
                  </a:lnTo>
                  <a:lnTo>
                    <a:pt x="36601" y="857329"/>
                  </a:lnTo>
                  <a:lnTo>
                    <a:pt x="48802" y="852429"/>
                  </a:lnTo>
                  <a:lnTo>
                    <a:pt x="61003" y="846243"/>
                  </a:lnTo>
                  <a:lnTo>
                    <a:pt x="73203" y="838819"/>
                  </a:lnTo>
                  <a:lnTo>
                    <a:pt x="85404" y="830210"/>
                  </a:lnTo>
                  <a:lnTo>
                    <a:pt x="97604" y="820465"/>
                  </a:lnTo>
                  <a:lnTo>
                    <a:pt x="109805" y="809634"/>
                  </a:lnTo>
                  <a:lnTo>
                    <a:pt x="122006" y="797770"/>
                  </a:lnTo>
                  <a:lnTo>
                    <a:pt x="134206" y="784921"/>
                  </a:lnTo>
                  <a:lnTo>
                    <a:pt x="146407" y="771138"/>
                  </a:lnTo>
                  <a:lnTo>
                    <a:pt x="158607" y="756472"/>
                  </a:lnTo>
                  <a:lnTo>
                    <a:pt x="170808" y="740973"/>
                  </a:lnTo>
                  <a:lnTo>
                    <a:pt x="183009" y="724692"/>
                  </a:lnTo>
                  <a:lnTo>
                    <a:pt x="195209" y="707679"/>
                  </a:lnTo>
                  <a:lnTo>
                    <a:pt x="207410" y="689985"/>
                  </a:lnTo>
                  <a:lnTo>
                    <a:pt x="219610" y="671660"/>
                  </a:lnTo>
                  <a:lnTo>
                    <a:pt x="231811" y="652755"/>
                  </a:lnTo>
                  <a:lnTo>
                    <a:pt x="244012" y="633319"/>
                  </a:lnTo>
                  <a:lnTo>
                    <a:pt x="256212" y="613404"/>
                  </a:lnTo>
                  <a:lnTo>
                    <a:pt x="268413" y="593060"/>
                  </a:lnTo>
                  <a:lnTo>
                    <a:pt x="280613" y="572338"/>
                  </a:lnTo>
                  <a:lnTo>
                    <a:pt x="292814" y="551287"/>
                  </a:lnTo>
                  <a:lnTo>
                    <a:pt x="305015" y="529959"/>
                  </a:lnTo>
                  <a:lnTo>
                    <a:pt x="317215" y="508404"/>
                  </a:lnTo>
                  <a:lnTo>
                    <a:pt x="329416" y="486672"/>
                  </a:lnTo>
                  <a:lnTo>
                    <a:pt x="341616" y="464814"/>
                  </a:lnTo>
                  <a:lnTo>
                    <a:pt x="353817" y="442880"/>
                  </a:lnTo>
                  <a:lnTo>
                    <a:pt x="366018" y="420921"/>
                  </a:lnTo>
                  <a:lnTo>
                    <a:pt x="378218" y="398988"/>
                  </a:lnTo>
                  <a:lnTo>
                    <a:pt x="390419" y="377130"/>
                  </a:lnTo>
                  <a:lnTo>
                    <a:pt x="402619" y="355398"/>
                  </a:lnTo>
                  <a:lnTo>
                    <a:pt x="414820" y="333842"/>
                  </a:lnTo>
                  <a:lnTo>
                    <a:pt x="427021" y="312514"/>
                  </a:lnTo>
                  <a:lnTo>
                    <a:pt x="439221" y="291464"/>
                  </a:lnTo>
                  <a:lnTo>
                    <a:pt x="451422" y="270741"/>
                  </a:lnTo>
                  <a:lnTo>
                    <a:pt x="463622" y="250398"/>
                  </a:lnTo>
                  <a:lnTo>
                    <a:pt x="475823" y="230483"/>
                  </a:lnTo>
                  <a:lnTo>
                    <a:pt x="488024" y="211047"/>
                  </a:lnTo>
                  <a:lnTo>
                    <a:pt x="500224" y="192142"/>
                  </a:lnTo>
                  <a:lnTo>
                    <a:pt x="512425" y="173817"/>
                  </a:lnTo>
                  <a:lnTo>
                    <a:pt x="524625" y="156122"/>
                  </a:lnTo>
                  <a:lnTo>
                    <a:pt x="536826" y="139110"/>
                  </a:lnTo>
                  <a:lnTo>
                    <a:pt x="549027" y="122828"/>
                  </a:lnTo>
                  <a:lnTo>
                    <a:pt x="561227" y="107330"/>
                  </a:lnTo>
                  <a:lnTo>
                    <a:pt x="573428" y="92664"/>
                  </a:lnTo>
                  <a:lnTo>
                    <a:pt x="585628" y="78881"/>
                  </a:lnTo>
                  <a:lnTo>
                    <a:pt x="597829" y="66032"/>
                  </a:lnTo>
                  <a:lnTo>
                    <a:pt x="610030" y="54167"/>
                  </a:lnTo>
                  <a:lnTo>
                    <a:pt x="622230" y="43337"/>
                  </a:lnTo>
                  <a:lnTo>
                    <a:pt x="634431" y="33592"/>
                  </a:lnTo>
                  <a:lnTo>
                    <a:pt x="646631" y="24983"/>
                  </a:lnTo>
                  <a:lnTo>
                    <a:pt x="658832" y="17559"/>
                  </a:lnTo>
                  <a:lnTo>
                    <a:pt x="671033" y="11372"/>
                  </a:lnTo>
                  <a:lnTo>
                    <a:pt x="683233" y="6472"/>
                  </a:lnTo>
                  <a:lnTo>
                    <a:pt x="695434" y="2910"/>
                  </a:lnTo>
                  <a:lnTo>
                    <a:pt x="707634" y="736"/>
                  </a:lnTo>
                  <a:lnTo>
                    <a:pt x="719835" y="0"/>
                  </a:lnTo>
                  <a:lnTo>
                    <a:pt x="719835" y="316727"/>
                  </a:lnTo>
                  <a:lnTo>
                    <a:pt x="707634" y="317463"/>
                  </a:lnTo>
                  <a:lnTo>
                    <a:pt x="695434" y="319638"/>
                  </a:lnTo>
                  <a:lnTo>
                    <a:pt x="683233" y="323200"/>
                  </a:lnTo>
                  <a:lnTo>
                    <a:pt x="671033" y="328100"/>
                  </a:lnTo>
                  <a:lnTo>
                    <a:pt x="658832" y="334287"/>
                  </a:lnTo>
                  <a:lnTo>
                    <a:pt x="646631" y="341710"/>
                  </a:lnTo>
                  <a:lnTo>
                    <a:pt x="634431" y="350320"/>
                  </a:lnTo>
                  <a:lnTo>
                    <a:pt x="622230" y="360065"/>
                  </a:lnTo>
                  <a:lnTo>
                    <a:pt x="610030" y="370895"/>
                  </a:lnTo>
                  <a:lnTo>
                    <a:pt x="597829" y="382760"/>
                  </a:lnTo>
                  <a:lnTo>
                    <a:pt x="585628" y="395609"/>
                  </a:lnTo>
                  <a:lnTo>
                    <a:pt x="573428" y="409391"/>
                  </a:lnTo>
                  <a:lnTo>
                    <a:pt x="561227" y="424057"/>
                  </a:lnTo>
                  <a:lnTo>
                    <a:pt x="549027" y="439556"/>
                  </a:lnTo>
                  <a:lnTo>
                    <a:pt x="536826" y="455837"/>
                  </a:lnTo>
                  <a:lnTo>
                    <a:pt x="524625" y="472850"/>
                  </a:lnTo>
                  <a:lnTo>
                    <a:pt x="512425" y="490544"/>
                  </a:lnTo>
                  <a:lnTo>
                    <a:pt x="500224" y="508869"/>
                  </a:lnTo>
                  <a:lnTo>
                    <a:pt x="488024" y="527775"/>
                  </a:lnTo>
                  <a:lnTo>
                    <a:pt x="475823" y="547210"/>
                  </a:lnTo>
                  <a:lnTo>
                    <a:pt x="463622" y="567125"/>
                  </a:lnTo>
                  <a:lnTo>
                    <a:pt x="451422" y="587469"/>
                  </a:lnTo>
                  <a:lnTo>
                    <a:pt x="439221" y="608192"/>
                  </a:lnTo>
                  <a:lnTo>
                    <a:pt x="427021" y="629242"/>
                  </a:lnTo>
                  <a:lnTo>
                    <a:pt x="414820" y="650570"/>
                  </a:lnTo>
                  <a:lnTo>
                    <a:pt x="402619" y="672125"/>
                  </a:lnTo>
                  <a:lnTo>
                    <a:pt x="390419" y="693857"/>
                  </a:lnTo>
                  <a:lnTo>
                    <a:pt x="378218" y="715715"/>
                  </a:lnTo>
                  <a:lnTo>
                    <a:pt x="366018" y="737649"/>
                  </a:lnTo>
                  <a:lnTo>
                    <a:pt x="353817" y="759608"/>
                  </a:lnTo>
                  <a:lnTo>
                    <a:pt x="341616" y="781542"/>
                  </a:lnTo>
                  <a:lnTo>
                    <a:pt x="329416" y="803400"/>
                  </a:lnTo>
                  <a:lnTo>
                    <a:pt x="317215" y="825132"/>
                  </a:lnTo>
                  <a:lnTo>
                    <a:pt x="305015" y="846687"/>
                  </a:lnTo>
                  <a:lnTo>
                    <a:pt x="292814" y="868015"/>
                  </a:lnTo>
                  <a:lnTo>
                    <a:pt x="280613" y="889065"/>
                  </a:lnTo>
                  <a:lnTo>
                    <a:pt x="268413" y="909788"/>
                  </a:lnTo>
                  <a:lnTo>
                    <a:pt x="256212" y="930132"/>
                  </a:lnTo>
                  <a:lnTo>
                    <a:pt x="244012" y="950047"/>
                  </a:lnTo>
                  <a:lnTo>
                    <a:pt x="231811" y="969482"/>
                  </a:lnTo>
                  <a:lnTo>
                    <a:pt x="219610" y="988388"/>
                  </a:lnTo>
                  <a:lnTo>
                    <a:pt x="207410" y="1006713"/>
                  </a:lnTo>
                  <a:lnTo>
                    <a:pt x="195209" y="1024407"/>
                  </a:lnTo>
                  <a:lnTo>
                    <a:pt x="183009" y="1041420"/>
                  </a:lnTo>
                  <a:lnTo>
                    <a:pt x="170808" y="1057701"/>
                  </a:lnTo>
                  <a:lnTo>
                    <a:pt x="158607" y="1073200"/>
                  </a:lnTo>
                  <a:lnTo>
                    <a:pt x="146407" y="1087866"/>
                  </a:lnTo>
                  <a:lnTo>
                    <a:pt x="134206" y="1101648"/>
                  </a:lnTo>
                  <a:lnTo>
                    <a:pt x="122006" y="1114497"/>
                  </a:lnTo>
                  <a:lnTo>
                    <a:pt x="109805" y="1126362"/>
                  </a:lnTo>
                  <a:lnTo>
                    <a:pt x="97604" y="1137192"/>
                  </a:lnTo>
                  <a:lnTo>
                    <a:pt x="85404" y="1146937"/>
                  </a:lnTo>
                  <a:lnTo>
                    <a:pt x="73203" y="1155547"/>
                  </a:lnTo>
                  <a:lnTo>
                    <a:pt x="61003" y="1162970"/>
                  </a:lnTo>
                  <a:lnTo>
                    <a:pt x="48802" y="1169157"/>
                  </a:lnTo>
                  <a:lnTo>
                    <a:pt x="36601" y="1174057"/>
                  </a:lnTo>
                  <a:lnTo>
                    <a:pt x="24401" y="1177619"/>
                  </a:lnTo>
                  <a:lnTo>
                    <a:pt x="12200" y="1179794"/>
                  </a:lnTo>
                  <a:lnTo>
                    <a:pt x="0" y="1180530"/>
                  </a:lnTo>
                  <a:close/>
                </a:path>
              </a:pathLst>
            </a:custGeom>
            <a:solidFill>
              <a:srgbClr val="A1B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g4"/>
            <p:cNvSpPr/>
            <p:nvPr/>
          </p:nvSpPr>
          <p:spPr>
            <a:xfrm>
              <a:off x="1656665" y="3805654"/>
              <a:ext cx="719835" cy="1180530"/>
            </a:xfrm>
            <a:custGeom>
              <a:avLst/>
              <a:pathLst>
                <a:path w="719835" h="1180530">
                  <a:moveTo>
                    <a:pt x="0" y="0"/>
                  </a:moveTo>
                  <a:lnTo>
                    <a:pt x="12200" y="736"/>
                  </a:lnTo>
                  <a:lnTo>
                    <a:pt x="24401" y="2910"/>
                  </a:lnTo>
                  <a:lnTo>
                    <a:pt x="36601" y="6472"/>
                  </a:lnTo>
                  <a:lnTo>
                    <a:pt x="48802" y="11372"/>
                  </a:lnTo>
                  <a:lnTo>
                    <a:pt x="61003" y="17559"/>
                  </a:lnTo>
                  <a:lnTo>
                    <a:pt x="73203" y="24983"/>
                  </a:lnTo>
                  <a:lnTo>
                    <a:pt x="85404" y="33592"/>
                  </a:lnTo>
                  <a:lnTo>
                    <a:pt x="97604" y="43337"/>
                  </a:lnTo>
                  <a:lnTo>
                    <a:pt x="109805" y="54167"/>
                  </a:lnTo>
                  <a:lnTo>
                    <a:pt x="122006" y="66032"/>
                  </a:lnTo>
                  <a:lnTo>
                    <a:pt x="134206" y="78881"/>
                  </a:lnTo>
                  <a:lnTo>
                    <a:pt x="146407" y="92664"/>
                  </a:lnTo>
                  <a:lnTo>
                    <a:pt x="158607" y="107330"/>
                  </a:lnTo>
                  <a:lnTo>
                    <a:pt x="170808" y="122828"/>
                  </a:lnTo>
                  <a:lnTo>
                    <a:pt x="183009" y="139110"/>
                  </a:lnTo>
                  <a:lnTo>
                    <a:pt x="195209" y="156122"/>
                  </a:lnTo>
                  <a:lnTo>
                    <a:pt x="207410" y="173817"/>
                  </a:lnTo>
                  <a:lnTo>
                    <a:pt x="219610" y="192142"/>
                  </a:lnTo>
                  <a:lnTo>
                    <a:pt x="231811" y="211047"/>
                  </a:lnTo>
                  <a:lnTo>
                    <a:pt x="244012" y="230483"/>
                  </a:lnTo>
                  <a:lnTo>
                    <a:pt x="256212" y="250398"/>
                  </a:lnTo>
                  <a:lnTo>
                    <a:pt x="268413" y="270741"/>
                  </a:lnTo>
                  <a:lnTo>
                    <a:pt x="280613" y="291464"/>
                  </a:lnTo>
                  <a:lnTo>
                    <a:pt x="292814" y="312514"/>
                  </a:lnTo>
                  <a:lnTo>
                    <a:pt x="305015" y="333842"/>
                  </a:lnTo>
                  <a:lnTo>
                    <a:pt x="317215" y="355398"/>
                  </a:lnTo>
                  <a:lnTo>
                    <a:pt x="329416" y="377130"/>
                  </a:lnTo>
                  <a:lnTo>
                    <a:pt x="341616" y="398988"/>
                  </a:lnTo>
                  <a:lnTo>
                    <a:pt x="353817" y="420921"/>
                  </a:lnTo>
                  <a:lnTo>
                    <a:pt x="366018" y="442880"/>
                  </a:lnTo>
                  <a:lnTo>
                    <a:pt x="378218" y="464814"/>
                  </a:lnTo>
                  <a:lnTo>
                    <a:pt x="390419" y="486672"/>
                  </a:lnTo>
                  <a:lnTo>
                    <a:pt x="402619" y="508404"/>
                  </a:lnTo>
                  <a:lnTo>
                    <a:pt x="414820" y="529959"/>
                  </a:lnTo>
                  <a:lnTo>
                    <a:pt x="427021" y="551287"/>
                  </a:lnTo>
                  <a:lnTo>
                    <a:pt x="439221" y="572338"/>
                  </a:lnTo>
                  <a:lnTo>
                    <a:pt x="451422" y="593060"/>
                  </a:lnTo>
                  <a:lnTo>
                    <a:pt x="463622" y="613404"/>
                  </a:lnTo>
                  <a:lnTo>
                    <a:pt x="475823" y="633319"/>
                  </a:lnTo>
                  <a:lnTo>
                    <a:pt x="488024" y="652755"/>
                  </a:lnTo>
                  <a:lnTo>
                    <a:pt x="500224" y="671660"/>
                  </a:lnTo>
                  <a:lnTo>
                    <a:pt x="512425" y="689985"/>
                  </a:lnTo>
                  <a:lnTo>
                    <a:pt x="524625" y="707679"/>
                  </a:lnTo>
                  <a:lnTo>
                    <a:pt x="536826" y="724692"/>
                  </a:lnTo>
                  <a:lnTo>
                    <a:pt x="549027" y="740973"/>
                  </a:lnTo>
                  <a:lnTo>
                    <a:pt x="561227" y="756472"/>
                  </a:lnTo>
                  <a:lnTo>
                    <a:pt x="573428" y="771138"/>
                  </a:lnTo>
                  <a:lnTo>
                    <a:pt x="585628" y="784921"/>
                  </a:lnTo>
                  <a:lnTo>
                    <a:pt x="597829" y="797770"/>
                  </a:lnTo>
                  <a:lnTo>
                    <a:pt x="610030" y="809634"/>
                  </a:lnTo>
                  <a:lnTo>
                    <a:pt x="622230" y="820465"/>
                  </a:lnTo>
                  <a:lnTo>
                    <a:pt x="634431" y="830210"/>
                  </a:lnTo>
                  <a:lnTo>
                    <a:pt x="646631" y="838819"/>
                  </a:lnTo>
                  <a:lnTo>
                    <a:pt x="658832" y="846243"/>
                  </a:lnTo>
                  <a:lnTo>
                    <a:pt x="671033" y="852429"/>
                  </a:lnTo>
                  <a:lnTo>
                    <a:pt x="683233" y="857329"/>
                  </a:lnTo>
                  <a:lnTo>
                    <a:pt x="695434" y="860892"/>
                  </a:lnTo>
                  <a:lnTo>
                    <a:pt x="707634" y="863066"/>
                  </a:lnTo>
                  <a:lnTo>
                    <a:pt x="719835" y="863802"/>
                  </a:lnTo>
                  <a:lnTo>
                    <a:pt x="719835" y="1180530"/>
                  </a:lnTo>
                  <a:lnTo>
                    <a:pt x="707634" y="1179794"/>
                  </a:lnTo>
                  <a:lnTo>
                    <a:pt x="695434" y="1177619"/>
                  </a:lnTo>
                  <a:lnTo>
                    <a:pt x="683233" y="1174057"/>
                  </a:lnTo>
                  <a:lnTo>
                    <a:pt x="671033" y="1169157"/>
                  </a:lnTo>
                  <a:lnTo>
                    <a:pt x="658832" y="1162970"/>
                  </a:lnTo>
                  <a:lnTo>
                    <a:pt x="646631" y="1155547"/>
                  </a:lnTo>
                  <a:lnTo>
                    <a:pt x="634431" y="1146937"/>
                  </a:lnTo>
                  <a:lnTo>
                    <a:pt x="622230" y="1137192"/>
                  </a:lnTo>
                  <a:lnTo>
                    <a:pt x="610030" y="1126362"/>
                  </a:lnTo>
                  <a:lnTo>
                    <a:pt x="597829" y="1114497"/>
                  </a:lnTo>
                  <a:lnTo>
                    <a:pt x="585628" y="1101648"/>
                  </a:lnTo>
                  <a:lnTo>
                    <a:pt x="573428" y="1087866"/>
                  </a:lnTo>
                  <a:lnTo>
                    <a:pt x="561227" y="1073200"/>
                  </a:lnTo>
                  <a:lnTo>
                    <a:pt x="549027" y="1057701"/>
                  </a:lnTo>
                  <a:lnTo>
                    <a:pt x="536826" y="1041420"/>
                  </a:lnTo>
                  <a:lnTo>
                    <a:pt x="524625" y="1024407"/>
                  </a:lnTo>
                  <a:lnTo>
                    <a:pt x="512425" y="1006713"/>
                  </a:lnTo>
                  <a:lnTo>
                    <a:pt x="500224" y="988388"/>
                  </a:lnTo>
                  <a:lnTo>
                    <a:pt x="488024" y="969482"/>
                  </a:lnTo>
                  <a:lnTo>
                    <a:pt x="475823" y="950047"/>
                  </a:lnTo>
                  <a:lnTo>
                    <a:pt x="463622" y="930132"/>
                  </a:lnTo>
                  <a:lnTo>
                    <a:pt x="451422" y="909788"/>
                  </a:lnTo>
                  <a:lnTo>
                    <a:pt x="439221" y="889065"/>
                  </a:lnTo>
                  <a:lnTo>
                    <a:pt x="427021" y="868015"/>
                  </a:lnTo>
                  <a:lnTo>
                    <a:pt x="414820" y="846687"/>
                  </a:lnTo>
                  <a:lnTo>
                    <a:pt x="402619" y="825132"/>
                  </a:lnTo>
                  <a:lnTo>
                    <a:pt x="390419" y="803400"/>
                  </a:lnTo>
                  <a:lnTo>
                    <a:pt x="378218" y="781542"/>
                  </a:lnTo>
                  <a:lnTo>
                    <a:pt x="366018" y="759608"/>
                  </a:lnTo>
                  <a:lnTo>
                    <a:pt x="353817" y="737649"/>
                  </a:lnTo>
                  <a:lnTo>
                    <a:pt x="341616" y="715715"/>
                  </a:lnTo>
                  <a:lnTo>
                    <a:pt x="329416" y="693857"/>
                  </a:lnTo>
                  <a:lnTo>
                    <a:pt x="317215" y="672125"/>
                  </a:lnTo>
                  <a:lnTo>
                    <a:pt x="305015" y="650570"/>
                  </a:lnTo>
                  <a:lnTo>
                    <a:pt x="292814" y="629242"/>
                  </a:lnTo>
                  <a:lnTo>
                    <a:pt x="280613" y="608192"/>
                  </a:lnTo>
                  <a:lnTo>
                    <a:pt x="268413" y="587469"/>
                  </a:lnTo>
                  <a:lnTo>
                    <a:pt x="256212" y="567125"/>
                  </a:lnTo>
                  <a:lnTo>
                    <a:pt x="244012" y="547210"/>
                  </a:lnTo>
                  <a:lnTo>
                    <a:pt x="231811" y="527775"/>
                  </a:lnTo>
                  <a:lnTo>
                    <a:pt x="219610" y="508869"/>
                  </a:lnTo>
                  <a:lnTo>
                    <a:pt x="207410" y="490544"/>
                  </a:lnTo>
                  <a:lnTo>
                    <a:pt x="195209" y="472850"/>
                  </a:lnTo>
                  <a:lnTo>
                    <a:pt x="183009" y="455837"/>
                  </a:lnTo>
                  <a:lnTo>
                    <a:pt x="170808" y="439556"/>
                  </a:lnTo>
                  <a:lnTo>
                    <a:pt x="158607" y="424057"/>
                  </a:lnTo>
                  <a:lnTo>
                    <a:pt x="146407" y="409391"/>
                  </a:lnTo>
                  <a:lnTo>
                    <a:pt x="134206" y="395609"/>
                  </a:lnTo>
                  <a:lnTo>
                    <a:pt x="122006" y="382760"/>
                  </a:lnTo>
                  <a:lnTo>
                    <a:pt x="109805" y="370895"/>
                  </a:lnTo>
                  <a:lnTo>
                    <a:pt x="97604" y="360065"/>
                  </a:lnTo>
                  <a:lnTo>
                    <a:pt x="85404" y="350320"/>
                  </a:lnTo>
                  <a:lnTo>
                    <a:pt x="73203" y="341710"/>
                  </a:lnTo>
                  <a:lnTo>
                    <a:pt x="61003" y="334287"/>
                  </a:lnTo>
                  <a:lnTo>
                    <a:pt x="48802" y="328100"/>
                  </a:lnTo>
                  <a:lnTo>
                    <a:pt x="36601" y="323200"/>
                  </a:lnTo>
                  <a:lnTo>
                    <a:pt x="24401" y="319638"/>
                  </a:lnTo>
                  <a:lnTo>
                    <a:pt x="12200" y="317463"/>
                  </a:lnTo>
                  <a:lnTo>
                    <a:pt x="0" y="316727"/>
                  </a:lnTo>
                  <a:close/>
                </a:path>
              </a:pathLst>
            </a:custGeom>
            <a:solidFill>
              <a:srgbClr val="A0C4A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g5"/>
            <p:cNvSpPr/>
            <p:nvPr/>
          </p:nvSpPr>
          <p:spPr>
            <a:xfrm>
              <a:off x="3600221" y="1970074"/>
              <a:ext cx="647852" cy="662248"/>
            </a:xfrm>
            <a:custGeom>
              <a:avLst/>
              <a:pathLst>
                <a:path w="647852" h="662248">
                  <a:moveTo>
                    <a:pt x="0" y="345521"/>
                  </a:moveTo>
                  <a:lnTo>
                    <a:pt x="10980" y="345226"/>
                  </a:lnTo>
                  <a:lnTo>
                    <a:pt x="21961" y="344356"/>
                  </a:lnTo>
                  <a:lnTo>
                    <a:pt x="32941" y="342931"/>
                  </a:lnTo>
                  <a:lnTo>
                    <a:pt x="43922" y="340971"/>
                  </a:lnTo>
                  <a:lnTo>
                    <a:pt x="54902" y="338497"/>
                  </a:lnTo>
                  <a:lnTo>
                    <a:pt x="65883" y="335527"/>
                  </a:lnTo>
                  <a:lnTo>
                    <a:pt x="76863" y="332084"/>
                  </a:lnTo>
                  <a:lnTo>
                    <a:pt x="87844" y="328186"/>
                  </a:lnTo>
                  <a:lnTo>
                    <a:pt x="98824" y="323853"/>
                  </a:lnTo>
                  <a:lnTo>
                    <a:pt x="109805" y="319108"/>
                  </a:lnTo>
                  <a:lnTo>
                    <a:pt x="120785" y="313968"/>
                  </a:lnTo>
                  <a:lnTo>
                    <a:pt x="131766" y="308455"/>
                  </a:lnTo>
                  <a:lnTo>
                    <a:pt x="142747" y="302588"/>
                  </a:lnTo>
                  <a:lnTo>
                    <a:pt x="153727" y="296389"/>
                  </a:lnTo>
                  <a:lnTo>
                    <a:pt x="164708" y="289877"/>
                  </a:lnTo>
                  <a:lnTo>
                    <a:pt x="175688" y="283071"/>
                  </a:lnTo>
                  <a:lnTo>
                    <a:pt x="186669" y="275994"/>
                  </a:lnTo>
                  <a:lnTo>
                    <a:pt x="197649" y="268664"/>
                  </a:lnTo>
                  <a:lnTo>
                    <a:pt x="208630" y="261102"/>
                  </a:lnTo>
                  <a:lnTo>
                    <a:pt x="219610" y="253327"/>
                  </a:lnTo>
                  <a:lnTo>
                    <a:pt x="230591" y="245361"/>
                  </a:lnTo>
                  <a:lnTo>
                    <a:pt x="241571" y="237224"/>
                  </a:lnTo>
                  <a:lnTo>
                    <a:pt x="252552" y="228935"/>
                  </a:lnTo>
                  <a:lnTo>
                    <a:pt x="263533" y="220515"/>
                  </a:lnTo>
                  <a:lnTo>
                    <a:pt x="274513" y="211983"/>
                  </a:lnTo>
                  <a:lnTo>
                    <a:pt x="285494" y="203361"/>
                  </a:lnTo>
                  <a:lnTo>
                    <a:pt x="296474" y="194669"/>
                  </a:lnTo>
                  <a:lnTo>
                    <a:pt x="307455" y="185925"/>
                  </a:lnTo>
                  <a:lnTo>
                    <a:pt x="318435" y="177152"/>
                  </a:lnTo>
                  <a:lnTo>
                    <a:pt x="329416" y="168368"/>
                  </a:lnTo>
                  <a:lnTo>
                    <a:pt x="340396" y="159595"/>
                  </a:lnTo>
                  <a:lnTo>
                    <a:pt x="351377" y="150852"/>
                  </a:lnTo>
                  <a:lnTo>
                    <a:pt x="362357" y="142159"/>
                  </a:lnTo>
                  <a:lnTo>
                    <a:pt x="373338" y="133537"/>
                  </a:lnTo>
                  <a:lnTo>
                    <a:pt x="384318" y="125005"/>
                  </a:lnTo>
                  <a:lnTo>
                    <a:pt x="395299" y="116585"/>
                  </a:lnTo>
                  <a:lnTo>
                    <a:pt x="406280" y="108296"/>
                  </a:lnTo>
                  <a:lnTo>
                    <a:pt x="417260" y="100159"/>
                  </a:lnTo>
                  <a:lnTo>
                    <a:pt x="428241" y="92193"/>
                  </a:lnTo>
                  <a:lnTo>
                    <a:pt x="439221" y="84419"/>
                  </a:lnTo>
                  <a:lnTo>
                    <a:pt x="450202" y="76856"/>
                  </a:lnTo>
                  <a:lnTo>
                    <a:pt x="461182" y="69526"/>
                  </a:lnTo>
                  <a:lnTo>
                    <a:pt x="472163" y="62449"/>
                  </a:lnTo>
                  <a:lnTo>
                    <a:pt x="483143" y="55644"/>
                  </a:lnTo>
                  <a:lnTo>
                    <a:pt x="494124" y="49131"/>
                  </a:lnTo>
                  <a:lnTo>
                    <a:pt x="505104" y="42932"/>
                  </a:lnTo>
                  <a:lnTo>
                    <a:pt x="516085" y="37065"/>
                  </a:lnTo>
                  <a:lnTo>
                    <a:pt x="527066" y="31552"/>
                  </a:lnTo>
                  <a:lnTo>
                    <a:pt x="538046" y="26413"/>
                  </a:lnTo>
                  <a:lnTo>
                    <a:pt x="549027" y="21667"/>
                  </a:lnTo>
                  <a:lnTo>
                    <a:pt x="560007" y="17335"/>
                  </a:lnTo>
                  <a:lnTo>
                    <a:pt x="570988" y="13436"/>
                  </a:lnTo>
                  <a:lnTo>
                    <a:pt x="581968" y="9993"/>
                  </a:lnTo>
                  <a:lnTo>
                    <a:pt x="592949" y="7023"/>
                  </a:lnTo>
                  <a:lnTo>
                    <a:pt x="603929" y="4549"/>
                  </a:lnTo>
                  <a:lnTo>
                    <a:pt x="614910" y="2589"/>
                  </a:lnTo>
                  <a:lnTo>
                    <a:pt x="625890" y="1164"/>
                  </a:lnTo>
                  <a:lnTo>
                    <a:pt x="636871" y="294"/>
                  </a:lnTo>
                  <a:lnTo>
                    <a:pt x="647852" y="0"/>
                  </a:lnTo>
                  <a:lnTo>
                    <a:pt x="647852" y="316727"/>
                  </a:lnTo>
                  <a:lnTo>
                    <a:pt x="636871" y="317022"/>
                  </a:lnTo>
                  <a:lnTo>
                    <a:pt x="625890" y="317891"/>
                  </a:lnTo>
                  <a:lnTo>
                    <a:pt x="614910" y="319316"/>
                  </a:lnTo>
                  <a:lnTo>
                    <a:pt x="603929" y="321276"/>
                  </a:lnTo>
                  <a:lnTo>
                    <a:pt x="592949" y="323751"/>
                  </a:lnTo>
                  <a:lnTo>
                    <a:pt x="581968" y="326720"/>
                  </a:lnTo>
                  <a:lnTo>
                    <a:pt x="570988" y="330164"/>
                  </a:lnTo>
                  <a:lnTo>
                    <a:pt x="560007" y="334062"/>
                  </a:lnTo>
                  <a:lnTo>
                    <a:pt x="549027" y="338394"/>
                  </a:lnTo>
                  <a:lnTo>
                    <a:pt x="538046" y="343140"/>
                  </a:lnTo>
                  <a:lnTo>
                    <a:pt x="527066" y="348280"/>
                  </a:lnTo>
                  <a:lnTo>
                    <a:pt x="516085" y="353793"/>
                  </a:lnTo>
                  <a:lnTo>
                    <a:pt x="505104" y="359659"/>
                  </a:lnTo>
                  <a:lnTo>
                    <a:pt x="494124" y="365859"/>
                  </a:lnTo>
                  <a:lnTo>
                    <a:pt x="483143" y="372371"/>
                  </a:lnTo>
                  <a:lnTo>
                    <a:pt x="472163" y="379176"/>
                  </a:lnTo>
                  <a:lnTo>
                    <a:pt x="461182" y="386254"/>
                  </a:lnTo>
                  <a:lnTo>
                    <a:pt x="450202" y="393584"/>
                  </a:lnTo>
                  <a:lnTo>
                    <a:pt x="439221" y="401146"/>
                  </a:lnTo>
                  <a:lnTo>
                    <a:pt x="428241" y="408920"/>
                  </a:lnTo>
                  <a:lnTo>
                    <a:pt x="417260" y="416886"/>
                  </a:lnTo>
                  <a:lnTo>
                    <a:pt x="406280" y="425024"/>
                  </a:lnTo>
                  <a:lnTo>
                    <a:pt x="395299" y="433313"/>
                  </a:lnTo>
                  <a:lnTo>
                    <a:pt x="384318" y="441733"/>
                  </a:lnTo>
                  <a:lnTo>
                    <a:pt x="373338" y="450264"/>
                  </a:lnTo>
                  <a:lnTo>
                    <a:pt x="362357" y="458886"/>
                  </a:lnTo>
                  <a:lnTo>
                    <a:pt x="351377" y="467579"/>
                  </a:lnTo>
                  <a:lnTo>
                    <a:pt x="340396" y="476322"/>
                  </a:lnTo>
                  <a:lnTo>
                    <a:pt x="329416" y="485096"/>
                  </a:lnTo>
                  <a:lnTo>
                    <a:pt x="318435" y="493879"/>
                  </a:lnTo>
                  <a:lnTo>
                    <a:pt x="307455" y="502653"/>
                  </a:lnTo>
                  <a:lnTo>
                    <a:pt x="296474" y="511396"/>
                  </a:lnTo>
                  <a:lnTo>
                    <a:pt x="285494" y="520089"/>
                  </a:lnTo>
                  <a:lnTo>
                    <a:pt x="274513" y="528711"/>
                  </a:lnTo>
                  <a:lnTo>
                    <a:pt x="263533" y="537242"/>
                  </a:lnTo>
                  <a:lnTo>
                    <a:pt x="252552" y="545662"/>
                  </a:lnTo>
                  <a:lnTo>
                    <a:pt x="241571" y="553951"/>
                  </a:lnTo>
                  <a:lnTo>
                    <a:pt x="230591" y="562089"/>
                  </a:lnTo>
                  <a:lnTo>
                    <a:pt x="219610" y="570055"/>
                  </a:lnTo>
                  <a:lnTo>
                    <a:pt x="208630" y="577829"/>
                  </a:lnTo>
                  <a:lnTo>
                    <a:pt x="197649" y="585391"/>
                  </a:lnTo>
                  <a:lnTo>
                    <a:pt x="186669" y="592721"/>
                  </a:lnTo>
                  <a:lnTo>
                    <a:pt x="175688" y="599799"/>
                  </a:lnTo>
                  <a:lnTo>
                    <a:pt x="164708" y="606604"/>
                  </a:lnTo>
                  <a:lnTo>
                    <a:pt x="153727" y="613117"/>
                  </a:lnTo>
                  <a:lnTo>
                    <a:pt x="142747" y="619316"/>
                  </a:lnTo>
                  <a:lnTo>
                    <a:pt x="131766" y="625182"/>
                  </a:lnTo>
                  <a:lnTo>
                    <a:pt x="120785" y="630696"/>
                  </a:lnTo>
                  <a:lnTo>
                    <a:pt x="109805" y="635835"/>
                  </a:lnTo>
                  <a:lnTo>
                    <a:pt x="98824" y="640581"/>
                  </a:lnTo>
                  <a:lnTo>
                    <a:pt x="87844" y="644913"/>
                  </a:lnTo>
                  <a:lnTo>
                    <a:pt x="76863" y="648811"/>
                  </a:lnTo>
                  <a:lnTo>
                    <a:pt x="65883" y="652255"/>
                  </a:lnTo>
                  <a:lnTo>
                    <a:pt x="54902" y="655224"/>
                  </a:lnTo>
                  <a:lnTo>
                    <a:pt x="43922" y="657699"/>
                  </a:lnTo>
                  <a:lnTo>
                    <a:pt x="32941" y="659659"/>
                  </a:lnTo>
                  <a:lnTo>
                    <a:pt x="21961" y="661084"/>
                  </a:lnTo>
                  <a:lnTo>
                    <a:pt x="10980" y="661954"/>
                  </a:lnTo>
                  <a:lnTo>
                    <a:pt x="0" y="662248"/>
                  </a:lnTo>
                  <a:close/>
                </a:path>
              </a:pathLst>
            </a:custGeom>
            <a:solidFill>
              <a:srgbClr val="EDB1A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g6"/>
            <p:cNvSpPr/>
            <p:nvPr/>
          </p:nvSpPr>
          <p:spPr>
            <a:xfrm>
              <a:off x="3600221" y="2704306"/>
              <a:ext cx="647852" cy="662248"/>
            </a:xfrm>
            <a:custGeom>
              <a:avLst/>
              <a:pathLst>
                <a:path w="647852" h="662248">
                  <a:moveTo>
                    <a:pt x="0" y="0"/>
                  </a:moveTo>
                  <a:lnTo>
                    <a:pt x="10980" y="294"/>
                  </a:lnTo>
                  <a:lnTo>
                    <a:pt x="21961" y="1164"/>
                  </a:lnTo>
                  <a:lnTo>
                    <a:pt x="32941" y="2589"/>
                  </a:lnTo>
                  <a:lnTo>
                    <a:pt x="43922" y="4549"/>
                  </a:lnTo>
                  <a:lnTo>
                    <a:pt x="54902" y="7023"/>
                  </a:lnTo>
                  <a:lnTo>
                    <a:pt x="65883" y="9993"/>
                  </a:lnTo>
                  <a:lnTo>
                    <a:pt x="76863" y="13436"/>
                  </a:lnTo>
                  <a:lnTo>
                    <a:pt x="87844" y="17335"/>
                  </a:lnTo>
                  <a:lnTo>
                    <a:pt x="98824" y="21667"/>
                  </a:lnTo>
                  <a:lnTo>
                    <a:pt x="109805" y="26413"/>
                  </a:lnTo>
                  <a:lnTo>
                    <a:pt x="120785" y="31552"/>
                  </a:lnTo>
                  <a:lnTo>
                    <a:pt x="131766" y="37065"/>
                  </a:lnTo>
                  <a:lnTo>
                    <a:pt x="142747" y="42932"/>
                  </a:lnTo>
                  <a:lnTo>
                    <a:pt x="153727" y="49131"/>
                  </a:lnTo>
                  <a:lnTo>
                    <a:pt x="164708" y="55644"/>
                  </a:lnTo>
                  <a:lnTo>
                    <a:pt x="175688" y="62449"/>
                  </a:lnTo>
                  <a:lnTo>
                    <a:pt x="186669" y="69526"/>
                  </a:lnTo>
                  <a:lnTo>
                    <a:pt x="197649" y="76856"/>
                  </a:lnTo>
                  <a:lnTo>
                    <a:pt x="208630" y="84419"/>
                  </a:lnTo>
                  <a:lnTo>
                    <a:pt x="219610" y="92193"/>
                  </a:lnTo>
                  <a:lnTo>
                    <a:pt x="230591" y="100159"/>
                  </a:lnTo>
                  <a:lnTo>
                    <a:pt x="241571" y="108296"/>
                  </a:lnTo>
                  <a:lnTo>
                    <a:pt x="252552" y="116585"/>
                  </a:lnTo>
                  <a:lnTo>
                    <a:pt x="263533" y="125005"/>
                  </a:lnTo>
                  <a:lnTo>
                    <a:pt x="274513" y="133537"/>
                  </a:lnTo>
                  <a:lnTo>
                    <a:pt x="285494" y="142159"/>
                  </a:lnTo>
                  <a:lnTo>
                    <a:pt x="296474" y="150852"/>
                  </a:lnTo>
                  <a:lnTo>
                    <a:pt x="307455" y="159595"/>
                  </a:lnTo>
                  <a:lnTo>
                    <a:pt x="318435" y="168368"/>
                  </a:lnTo>
                  <a:lnTo>
                    <a:pt x="329416" y="177152"/>
                  </a:lnTo>
                  <a:lnTo>
                    <a:pt x="340396" y="185925"/>
                  </a:lnTo>
                  <a:lnTo>
                    <a:pt x="351377" y="194669"/>
                  </a:lnTo>
                  <a:lnTo>
                    <a:pt x="362357" y="203361"/>
                  </a:lnTo>
                  <a:lnTo>
                    <a:pt x="373338" y="211983"/>
                  </a:lnTo>
                  <a:lnTo>
                    <a:pt x="384318" y="220515"/>
                  </a:lnTo>
                  <a:lnTo>
                    <a:pt x="395299" y="228935"/>
                  </a:lnTo>
                  <a:lnTo>
                    <a:pt x="406280" y="237224"/>
                  </a:lnTo>
                  <a:lnTo>
                    <a:pt x="417260" y="245361"/>
                  </a:lnTo>
                  <a:lnTo>
                    <a:pt x="428241" y="253327"/>
                  </a:lnTo>
                  <a:lnTo>
                    <a:pt x="439221" y="261102"/>
                  </a:lnTo>
                  <a:lnTo>
                    <a:pt x="450202" y="268664"/>
                  </a:lnTo>
                  <a:lnTo>
                    <a:pt x="461182" y="275994"/>
                  </a:lnTo>
                  <a:lnTo>
                    <a:pt x="472163" y="283071"/>
                  </a:lnTo>
                  <a:lnTo>
                    <a:pt x="483143" y="289877"/>
                  </a:lnTo>
                  <a:lnTo>
                    <a:pt x="494124" y="296389"/>
                  </a:lnTo>
                  <a:lnTo>
                    <a:pt x="505104" y="302588"/>
                  </a:lnTo>
                  <a:lnTo>
                    <a:pt x="516085" y="308455"/>
                  </a:lnTo>
                  <a:lnTo>
                    <a:pt x="527066" y="313968"/>
                  </a:lnTo>
                  <a:lnTo>
                    <a:pt x="538046" y="319108"/>
                  </a:lnTo>
                  <a:lnTo>
                    <a:pt x="549027" y="323853"/>
                  </a:lnTo>
                  <a:lnTo>
                    <a:pt x="560007" y="328186"/>
                  </a:lnTo>
                  <a:lnTo>
                    <a:pt x="570988" y="332084"/>
                  </a:lnTo>
                  <a:lnTo>
                    <a:pt x="581968" y="335527"/>
                  </a:lnTo>
                  <a:lnTo>
                    <a:pt x="592949" y="338497"/>
                  </a:lnTo>
                  <a:lnTo>
                    <a:pt x="603929" y="340971"/>
                  </a:lnTo>
                  <a:lnTo>
                    <a:pt x="614910" y="342931"/>
                  </a:lnTo>
                  <a:lnTo>
                    <a:pt x="625890" y="344356"/>
                  </a:lnTo>
                  <a:lnTo>
                    <a:pt x="636871" y="345226"/>
                  </a:lnTo>
                  <a:lnTo>
                    <a:pt x="647852" y="345521"/>
                  </a:lnTo>
                  <a:lnTo>
                    <a:pt x="647852" y="662248"/>
                  </a:lnTo>
                  <a:lnTo>
                    <a:pt x="636871" y="661954"/>
                  </a:lnTo>
                  <a:lnTo>
                    <a:pt x="625890" y="661084"/>
                  </a:lnTo>
                  <a:lnTo>
                    <a:pt x="614910" y="659659"/>
                  </a:lnTo>
                  <a:lnTo>
                    <a:pt x="603929" y="657699"/>
                  </a:lnTo>
                  <a:lnTo>
                    <a:pt x="592949" y="655224"/>
                  </a:lnTo>
                  <a:lnTo>
                    <a:pt x="581968" y="652255"/>
                  </a:lnTo>
                  <a:lnTo>
                    <a:pt x="570988" y="648811"/>
                  </a:lnTo>
                  <a:lnTo>
                    <a:pt x="560007" y="644913"/>
                  </a:lnTo>
                  <a:lnTo>
                    <a:pt x="549027" y="640581"/>
                  </a:lnTo>
                  <a:lnTo>
                    <a:pt x="538046" y="635835"/>
                  </a:lnTo>
                  <a:lnTo>
                    <a:pt x="527066" y="630696"/>
                  </a:lnTo>
                  <a:lnTo>
                    <a:pt x="516085" y="625182"/>
                  </a:lnTo>
                  <a:lnTo>
                    <a:pt x="505104" y="619316"/>
                  </a:lnTo>
                  <a:lnTo>
                    <a:pt x="494124" y="613117"/>
                  </a:lnTo>
                  <a:lnTo>
                    <a:pt x="483143" y="606604"/>
                  </a:lnTo>
                  <a:lnTo>
                    <a:pt x="472163" y="599799"/>
                  </a:lnTo>
                  <a:lnTo>
                    <a:pt x="461182" y="592721"/>
                  </a:lnTo>
                  <a:lnTo>
                    <a:pt x="450202" y="585391"/>
                  </a:lnTo>
                  <a:lnTo>
                    <a:pt x="439221" y="577829"/>
                  </a:lnTo>
                  <a:lnTo>
                    <a:pt x="428241" y="570055"/>
                  </a:lnTo>
                  <a:lnTo>
                    <a:pt x="417260" y="562089"/>
                  </a:lnTo>
                  <a:lnTo>
                    <a:pt x="406280" y="553951"/>
                  </a:lnTo>
                  <a:lnTo>
                    <a:pt x="395299" y="545662"/>
                  </a:lnTo>
                  <a:lnTo>
                    <a:pt x="384318" y="537242"/>
                  </a:lnTo>
                  <a:lnTo>
                    <a:pt x="373338" y="528711"/>
                  </a:lnTo>
                  <a:lnTo>
                    <a:pt x="362357" y="520089"/>
                  </a:lnTo>
                  <a:lnTo>
                    <a:pt x="351377" y="511396"/>
                  </a:lnTo>
                  <a:lnTo>
                    <a:pt x="340396" y="502653"/>
                  </a:lnTo>
                  <a:lnTo>
                    <a:pt x="329416" y="493879"/>
                  </a:lnTo>
                  <a:lnTo>
                    <a:pt x="318435" y="485096"/>
                  </a:lnTo>
                  <a:lnTo>
                    <a:pt x="307455" y="476322"/>
                  </a:lnTo>
                  <a:lnTo>
                    <a:pt x="296474" y="467579"/>
                  </a:lnTo>
                  <a:lnTo>
                    <a:pt x="285494" y="458886"/>
                  </a:lnTo>
                  <a:lnTo>
                    <a:pt x="274513" y="450264"/>
                  </a:lnTo>
                  <a:lnTo>
                    <a:pt x="263533" y="441733"/>
                  </a:lnTo>
                  <a:lnTo>
                    <a:pt x="252552" y="433313"/>
                  </a:lnTo>
                  <a:lnTo>
                    <a:pt x="241571" y="425024"/>
                  </a:lnTo>
                  <a:lnTo>
                    <a:pt x="230591" y="416886"/>
                  </a:lnTo>
                  <a:lnTo>
                    <a:pt x="219610" y="408920"/>
                  </a:lnTo>
                  <a:lnTo>
                    <a:pt x="208630" y="401146"/>
                  </a:lnTo>
                  <a:lnTo>
                    <a:pt x="197649" y="393584"/>
                  </a:lnTo>
                  <a:lnTo>
                    <a:pt x="186669" y="386254"/>
                  </a:lnTo>
                  <a:lnTo>
                    <a:pt x="175688" y="379176"/>
                  </a:lnTo>
                  <a:lnTo>
                    <a:pt x="164708" y="372371"/>
                  </a:lnTo>
                  <a:lnTo>
                    <a:pt x="153727" y="365859"/>
                  </a:lnTo>
                  <a:lnTo>
                    <a:pt x="142747" y="359659"/>
                  </a:lnTo>
                  <a:lnTo>
                    <a:pt x="131766" y="353793"/>
                  </a:lnTo>
                  <a:lnTo>
                    <a:pt x="120785" y="348280"/>
                  </a:lnTo>
                  <a:lnTo>
                    <a:pt x="109805" y="343140"/>
                  </a:lnTo>
                  <a:lnTo>
                    <a:pt x="98824" y="338394"/>
                  </a:lnTo>
                  <a:lnTo>
                    <a:pt x="87844" y="334062"/>
                  </a:lnTo>
                  <a:lnTo>
                    <a:pt x="76863" y="330164"/>
                  </a:lnTo>
                  <a:lnTo>
                    <a:pt x="65883" y="326720"/>
                  </a:lnTo>
                  <a:lnTo>
                    <a:pt x="54902" y="323751"/>
                  </a:lnTo>
                  <a:lnTo>
                    <a:pt x="43922" y="321276"/>
                  </a:lnTo>
                  <a:lnTo>
                    <a:pt x="32941" y="319316"/>
                  </a:lnTo>
                  <a:lnTo>
                    <a:pt x="21961" y="317891"/>
                  </a:lnTo>
                  <a:lnTo>
                    <a:pt x="10980" y="317022"/>
                  </a:lnTo>
                  <a:lnTo>
                    <a:pt x="0" y="316727"/>
                  </a:lnTo>
                  <a:close/>
                </a:path>
              </a:pathLst>
            </a:custGeom>
            <a:solidFill>
              <a:srgbClr val="ADC7E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g7"/>
            <p:cNvSpPr/>
            <p:nvPr/>
          </p:nvSpPr>
          <p:spPr>
            <a:xfrm>
              <a:off x="3600221" y="4129580"/>
              <a:ext cx="647852" cy="662248"/>
            </a:xfrm>
            <a:custGeom>
              <a:avLst/>
              <a:pathLst>
                <a:path w="647852" h="662248">
                  <a:moveTo>
                    <a:pt x="0" y="345521"/>
                  </a:moveTo>
                  <a:lnTo>
                    <a:pt x="10980" y="345226"/>
                  </a:lnTo>
                  <a:lnTo>
                    <a:pt x="21961" y="344356"/>
                  </a:lnTo>
                  <a:lnTo>
                    <a:pt x="32941" y="342931"/>
                  </a:lnTo>
                  <a:lnTo>
                    <a:pt x="43922" y="340971"/>
                  </a:lnTo>
                  <a:lnTo>
                    <a:pt x="54902" y="338497"/>
                  </a:lnTo>
                  <a:lnTo>
                    <a:pt x="65883" y="335527"/>
                  </a:lnTo>
                  <a:lnTo>
                    <a:pt x="76863" y="332084"/>
                  </a:lnTo>
                  <a:lnTo>
                    <a:pt x="87844" y="328186"/>
                  </a:lnTo>
                  <a:lnTo>
                    <a:pt x="98824" y="323853"/>
                  </a:lnTo>
                  <a:lnTo>
                    <a:pt x="109805" y="319108"/>
                  </a:lnTo>
                  <a:lnTo>
                    <a:pt x="120785" y="313968"/>
                  </a:lnTo>
                  <a:lnTo>
                    <a:pt x="131766" y="308455"/>
                  </a:lnTo>
                  <a:lnTo>
                    <a:pt x="142747" y="302588"/>
                  </a:lnTo>
                  <a:lnTo>
                    <a:pt x="153727" y="296389"/>
                  </a:lnTo>
                  <a:lnTo>
                    <a:pt x="164708" y="289877"/>
                  </a:lnTo>
                  <a:lnTo>
                    <a:pt x="175688" y="283071"/>
                  </a:lnTo>
                  <a:lnTo>
                    <a:pt x="186669" y="275994"/>
                  </a:lnTo>
                  <a:lnTo>
                    <a:pt x="197649" y="268664"/>
                  </a:lnTo>
                  <a:lnTo>
                    <a:pt x="208630" y="261102"/>
                  </a:lnTo>
                  <a:lnTo>
                    <a:pt x="219610" y="253327"/>
                  </a:lnTo>
                  <a:lnTo>
                    <a:pt x="230591" y="245361"/>
                  </a:lnTo>
                  <a:lnTo>
                    <a:pt x="241571" y="237224"/>
                  </a:lnTo>
                  <a:lnTo>
                    <a:pt x="252552" y="228935"/>
                  </a:lnTo>
                  <a:lnTo>
                    <a:pt x="263533" y="220515"/>
                  </a:lnTo>
                  <a:lnTo>
                    <a:pt x="274513" y="211983"/>
                  </a:lnTo>
                  <a:lnTo>
                    <a:pt x="285494" y="203361"/>
                  </a:lnTo>
                  <a:lnTo>
                    <a:pt x="296474" y="194669"/>
                  </a:lnTo>
                  <a:lnTo>
                    <a:pt x="307455" y="185925"/>
                  </a:lnTo>
                  <a:lnTo>
                    <a:pt x="318435" y="177152"/>
                  </a:lnTo>
                  <a:lnTo>
                    <a:pt x="329416" y="168368"/>
                  </a:lnTo>
                  <a:lnTo>
                    <a:pt x="340396" y="159595"/>
                  </a:lnTo>
                  <a:lnTo>
                    <a:pt x="351377" y="150852"/>
                  </a:lnTo>
                  <a:lnTo>
                    <a:pt x="362357" y="142159"/>
                  </a:lnTo>
                  <a:lnTo>
                    <a:pt x="373338" y="133537"/>
                  </a:lnTo>
                  <a:lnTo>
                    <a:pt x="384318" y="125005"/>
                  </a:lnTo>
                  <a:lnTo>
                    <a:pt x="395299" y="116585"/>
                  </a:lnTo>
                  <a:lnTo>
                    <a:pt x="406280" y="108296"/>
                  </a:lnTo>
                  <a:lnTo>
                    <a:pt x="417260" y="100159"/>
                  </a:lnTo>
                  <a:lnTo>
                    <a:pt x="428241" y="92193"/>
                  </a:lnTo>
                  <a:lnTo>
                    <a:pt x="439221" y="84419"/>
                  </a:lnTo>
                  <a:lnTo>
                    <a:pt x="450202" y="76856"/>
                  </a:lnTo>
                  <a:lnTo>
                    <a:pt x="461182" y="69526"/>
                  </a:lnTo>
                  <a:lnTo>
                    <a:pt x="472163" y="62449"/>
                  </a:lnTo>
                  <a:lnTo>
                    <a:pt x="483143" y="55644"/>
                  </a:lnTo>
                  <a:lnTo>
                    <a:pt x="494124" y="49131"/>
                  </a:lnTo>
                  <a:lnTo>
                    <a:pt x="505104" y="42932"/>
                  </a:lnTo>
                  <a:lnTo>
                    <a:pt x="516085" y="37065"/>
                  </a:lnTo>
                  <a:lnTo>
                    <a:pt x="527066" y="31552"/>
                  </a:lnTo>
                  <a:lnTo>
                    <a:pt x="538046" y="26413"/>
                  </a:lnTo>
                  <a:lnTo>
                    <a:pt x="549027" y="21667"/>
                  </a:lnTo>
                  <a:lnTo>
                    <a:pt x="560007" y="17335"/>
                  </a:lnTo>
                  <a:lnTo>
                    <a:pt x="570988" y="13436"/>
                  </a:lnTo>
                  <a:lnTo>
                    <a:pt x="581968" y="9993"/>
                  </a:lnTo>
                  <a:lnTo>
                    <a:pt x="592949" y="7023"/>
                  </a:lnTo>
                  <a:lnTo>
                    <a:pt x="603929" y="4549"/>
                  </a:lnTo>
                  <a:lnTo>
                    <a:pt x="614910" y="2589"/>
                  </a:lnTo>
                  <a:lnTo>
                    <a:pt x="625890" y="1164"/>
                  </a:lnTo>
                  <a:lnTo>
                    <a:pt x="636871" y="294"/>
                  </a:lnTo>
                  <a:lnTo>
                    <a:pt x="647852" y="0"/>
                  </a:lnTo>
                  <a:lnTo>
                    <a:pt x="647852" y="316727"/>
                  </a:lnTo>
                  <a:lnTo>
                    <a:pt x="636871" y="317022"/>
                  </a:lnTo>
                  <a:lnTo>
                    <a:pt x="625890" y="317891"/>
                  </a:lnTo>
                  <a:lnTo>
                    <a:pt x="614910" y="319316"/>
                  </a:lnTo>
                  <a:lnTo>
                    <a:pt x="603929" y="321276"/>
                  </a:lnTo>
                  <a:lnTo>
                    <a:pt x="592949" y="323751"/>
                  </a:lnTo>
                  <a:lnTo>
                    <a:pt x="581968" y="326720"/>
                  </a:lnTo>
                  <a:lnTo>
                    <a:pt x="570988" y="330164"/>
                  </a:lnTo>
                  <a:lnTo>
                    <a:pt x="560007" y="334062"/>
                  </a:lnTo>
                  <a:lnTo>
                    <a:pt x="549027" y="338394"/>
                  </a:lnTo>
                  <a:lnTo>
                    <a:pt x="538046" y="343140"/>
                  </a:lnTo>
                  <a:lnTo>
                    <a:pt x="527066" y="348280"/>
                  </a:lnTo>
                  <a:lnTo>
                    <a:pt x="516085" y="353793"/>
                  </a:lnTo>
                  <a:lnTo>
                    <a:pt x="505104" y="359659"/>
                  </a:lnTo>
                  <a:lnTo>
                    <a:pt x="494124" y="365859"/>
                  </a:lnTo>
                  <a:lnTo>
                    <a:pt x="483143" y="372371"/>
                  </a:lnTo>
                  <a:lnTo>
                    <a:pt x="472163" y="379176"/>
                  </a:lnTo>
                  <a:lnTo>
                    <a:pt x="461182" y="386254"/>
                  </a:lnTo>
                  <a:lnTo>
                    <a:pt x="450202" y="393584"/>
                  </a:lnTo>
                  <a:lnTo>
                    <a:pt x="439221" y="401146"/>
                  </a:lnTo>
                  <a:lnTo>
                    <a:pt x="428241" y="408920"/>
                  </a:lnTo>
                  <a:lnTo>
                    <a:pt x="417260" y="416886"/>
                  </a:lnTo>
                  <a:lnTo>
                    <a:pt x="406280" y="425024"/>
                  </a:lnTo>
                  <a:lnTo>
                    <a:pt x="395299" y="433313"/>
                  </a:lnTo>
                  <a:lnTo>
                    <a:pt x="384318" y="441733"/>
                  </a:lnTo>
                  <a:lnTo>
                    <a:pt x="373338" y="450264"/>
                  </a:lnTo>
                  <a:lnTo>
                    <a:pt x="362357" y="458886"/>
                  </a:lnTo>
                  <a:lnTo>
                    <a:pt x="351377" y="467579"/>
                  </a:lnTo>
                  <a:lnTo>
                    <a:pt x="340396" y="476322"/>
                  </a:lnTo>
                  <a:lnTo>
                    <a:pt x="329416" y="485096"/>
                  </a:lnTo>
                  <a:lnTo>
                    <a:pt x="318435" y="493879"/>
                  </a:lnTo>
                  <a:lnTo>
                    <a:pt x="307455" y="502653"/>
                  </a:lnTo>
                  <a:lnTo>
                    <a:pt x="296474" y="511396"/>
                  </a:lnTo>
                  <a:lnTo>
                    <a:pt x="285494" y="520089"/>
                  </a:lnTo>
                  <a:lnTo>
                    <a:pt x="274513" y="528711"/>
                  </a:lnTo>
                  <a:lnTo>
                    <a:pt x="263533" y="537242"/>
                  </a:lnTo>
                  <a:lnTo>
                    <a:pt x="252552" y="545662"/>
                  </a:lnTo>
                  <a:lnTo>
                    <a:pt x="241571" y="553951"/>
                  </a:lnTo>
                  <a:lnTo>
                    <a:pt x="230591" y="562089"/>
                  </a:lnTo>
                  <a:lnTo>
                    <a:pt x="219610" y="570055"/>
                  </a:lnTo>
                  <a:lnTo>
                    <a:pt x="208630" y="577829"/>
                  </a:lnTo>
                  <a:lnTo>
                    <a:pt x="197649" y="585391"/>
                  </a:lnTo>
                  <a:lnTo>
                    <a:pt x="186669" y="592721"/>
                  </a:lnTo>
                  <a:lnTo>
                    <a:pt x="175688" y="599799"/>
                  </a:lnTo>
                  <a:lnTo>
                    <a:pt x="164708" y="606604"/>
                  </a:lnTo>
                  <a:lnTo>
                    <a:pt x="153727" y="613117"/>
                  </a:lnTo>
                  <a:lnTo>
                    <a:pt x="142747" y="619316"/>
                  </a:lnTo>
                  <a:lnTo>
                    <a:pt x="131766" y="625182"/>
                  </a:lnTo>
                  <a:lnTo>
                    <a:pt x="120785" y="630696"/>
                  </a:lnTo>
                  <a:lnTo>
                    <a:pt x="109805" y="635835"/>
                  </a:lnTo>
                  <a:lnTo>
                    <a:pt x="98824" y="640581"/>
                  </a:lnTo>
                  <a:lnTo>
                    <a:pt x="87844" y="644913"/>
                  </a:lnTo>
                  <a:lnTo>
                    <a:pt x="76863" y="648811"/>
                  </a:lnTo>
                  <a:lnTo>
                    <a:pt x="65883" y="652255"/>
                  </a:lnTo>
                  <a:lnTo>
                    <a:pt x="54902" y="655224"/>
                  </a:lnTo>
                  <a:lnTo>
                    <a:pt x="43922" y="657699"/>
                  </a:lnTo>
                  <a:lnTo>
                    <a:pt x="32941" y="659659"/>
                  </a:lnTo>
                  <a:lnTo>
                    <a:pt x="21961" y="661084"/>
                  </a:lnTo>
                  <a:lnTo>
                    <a:pt x="10980" y="661954"/>
                  </a:lnTo>
                  <a:lnTo>
                    <a:pt x="0" y="662248"/>
                  </a:lnTo>
                  <a:close/>
                </a:path>
              </a:pathLst>
            </a:custGeom>
            <a:solidFill>
              <a:srgbClr val="F4C1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g8"/>
            <p:cNvSpPr/>
            <p:nvPr/>
          </p:nvSpPr>
          <p:spPr>
            <a:xfrm>
              <a:off x="3600221" y="4863813"/>
              <a:ext cx="647852" cy="662248"/>
            </a:xfrm>
            <a:custGeom>
              <a:avLst/>
              <a:pathLst>
                <a:path w="647852" h="662248">
                  <a:moveTo>
                    <a:pt x="0" y="0"/>
                  </a:moveTo>
                  <a:lnTo>
                    <a:pt x="10980" y="294"/>
                  </a:lnTo>
                  <a:lnTo>
                    <a:pt x="21961" y="1164"/>
                  </a:lnTo>
                  <a:lnTo>
                    <a:pt x="32941" y="2589"/>
                  </a:lnTo>
                  <a:lnTo>
                    <a:pt x="43922" y="4549"/>
                  </a:lnTo>
                  <a:lnTo>
                    <a:pt x="54902" y="7023"/>
                  </a:lnTo>
                  <a:lnTo>
                    <a:pt x="65883" y="9993"/>
                  </a:lnTo>
                  <a:lnTo>
                    <a:pt x="76863" y="13436"/>
                  </a:lnTo>
                  <a:lnTo>
                    <a:pt x="87844" y="17335"/>
                  </a:lnTo>
                  <a:lnTo>
                    <a:pt x="98824" y="21667"/>
                  </a:lnTo>
                  <a:lnTo>
                    <a:pt x="109805" y="26413"/>
                  </a:lnTo>
                  <a:lnTo>
                    <a:pt x="120785" y="31552"/>
                  </a:lnTo>
                  <a:lnTo>
                    <a:pt x="131766" y="37065"/>
                  </a:lnTo>
                  <a:lnTo>
                    <a:pt x="142747" y="42932"/>
                  </a:lnTo>
                  <a:lnTo>
                    <a:pt x="153727" y="49131"/>
                  </a:lnTo>
                  <a:lnTo>
                    <a:pt x="164708" y="55644"/>
                  </a:lnTo>
                  <a:lnTo>
                    <a:pt x="175688" y="62449"/>
                  </a:lnTo>
                  <a:lnTo>
                    <a:pt x="186669" y="69526"/>
                  </a:lnTo>
                  <a:lnTo>
                    <a:pt x="197649" y="76856"/>
                  </a:lnTo>
                  <a:lnTo>
                    <a:pt x="208630" y="84419"/>
                  </a:lnTo>
                  <a:lnTo>
                    <a:pt x="219610" y="92193"/>
                  </a:lnTo>
                  <a:lnTo>
                    <a:pt x="230591" y="100159"/>
                  </a:lnTo>
                  <a:lnTo>
                    <a:pt x="241571" y="108296"/>
                  </a:lnTo>
                  <a:lnTo>
                    <a:pt x="252552" y="116585"/>
                  </a:lnTo>
                  <a:lnTo>
                    <a:pt x="263533" y="125005"/>
                  </a:lnTo>
                  <a:lnTo>
                    <a:pt x="274513" y="133537"/>
                  </a:lnTo>
                  <a:lnTo>
                    <a:pt x="285494" y="142159"/>
                  </a:lnTo>
                  <a:lnTo>
                    <a:pt x="296474" y="150852"/>
                  </a:lnTo>
                  <a:lnTo>
                    <a:pt x="307455" y="159595"/>
                  </a:lnTo>
                  <a:lnTo>
                    <a:pt x="318435" y="168368"/>
                  </a:lnTo>
                  <a:lnTo>
                    <a:pt x="329416" y="177152"/>
                  </a:lnTo>
                  <a:lnTo>
                    <a:pt x="340396" y="185925"/>
                  </a:lnTo>
                  <a:lnTo>
                    <a:pt x="351377" y="194669"/>
                  </a:lnTo>
                  <a:lnTo>
                    <a:pt x="362357" y="203361"/>
                  </a:lnTo>
                  <a:lnTo>
                    <a:pt x="373338" y="211983"/>
                  </a:lnTo>
                  <a:lnTo>
                    <a:pt x="384318" y="220515"/>
                  </a:lnTo>
                  <a:lnTo>
                    <a:pt x="395299" y="228935"/>
                  </a:lnTo>
                  <a:lnTo>
                    <a:pt x="406280" y="237224"/>
                  </a:lnTo>
                  <a:lnTo>
                    <a:pt x="417260" y="245361"/>
                  </a:lnTo>
                  <a:lnTo>
                    <a:pt x="428241" y="253327"/>
                  </a:lnTo>
                  <a:lnTo>
                    <a:pt x="439221" y="261102"/>
                  </a:lnTo>
                  <a:lnTo>
                    <a:pt x="450202" y="268664"/>
                  </a:lnTo>
                  <a:lnTo>
                    <a:pt x="461182" y="275994"/>
                  </a:lnTo>
                  <a:lnTo>
                    <a:pt x="472163" y="283071"/>
                  </a:lnTo>
                  <a:lnTo>
                    <a:pt x="483143" y="289877"/>
                  </a:lnTo>
                  <a:lnTo>
                    <a:pt x="494124" y="296389"/>
                  </a:lnTo>
                  <a:lnTo>
                    <a:pt x="505104" y="302588"/>
                  </a:lnTo>
                  <a:lnTo>
                    <a:pt x="516085" y="308455"/>
                  </a:lnTo>
                  <a:lnTo>
                    <a:pt x="527066" y="313968"/>
                  </a:lnTo>
                  <a:lnTo>
                    <a:pt x="538046" y="319108"/>
                  </a:lnTo>
                  <a:lnTo>
                    <a:pt x="549027" y="323853"/>
                  </a:lnTo>
                  <a:lnTo>
                    <a:pt x="560007" y="328186"/>
                  </a:lnTo>
                  <a:lnTo>
                    <a:pt x="570988" y="332084"/>
                  </a:lnTo>
                  <a:lnTo>
                    <a:pt x="581968" y="335527"/>
                  </a:lnTo>
                  <a:lnTo>
                    <a:pt x="592949" y="338497"/>
                  </a:lnTo>
                  <a:lnTo>
                    <a:pt x="603929" y="340971"/>
                  </a:lnTo>
                  <a:lnTo>
                    <a:pt x="614910" y="342931"/>
                  </a:lnTo>
                  <a:lnTo>
                    <a:pt x="625890" y="344356"/>
                  </a:lnTo>
                  <a:lnTo>
                    <a:pt x="636871" y="345226"/>
                  </a:lnTo>
                  <a:lnTo>
                    <a:pt x="647852" y="345521"/>
                  </a:lnTo>
                  <a:lnTo>
                    <a:pt x="647852" y="662248"/>
                  </a:lnTo>
                  <a:lnTo>
                    <a:pt x="636871" y="661954"/>
                  </a:lnTo>
                  <a:lnTo>
                    <a:pt x="625890" y="661084"/>
                  </a:lnTo>
                  <a:lnTo>
                    <a:pt x="614910" y="659659"/>
                  </a:lnTo>
                  <a:lnTo>
                    <a:pt x="603929" y="657699"/>
                  </a:lnTo>
                  <a:lnTo>
                    <a:pt x="592949" y="655224"/>
                  </a:lnTo>
                  <a:lnTo>
                    <a:pt x="581968" y="652255"/>
                  </a:lnTo>
                  <a:lnTo>
                    <a:pt x="570988" y="648811"/>
                  </a:lnTo>
                  <a:lnTo>
                    <a:pt x="560007" y="644913"/>
                  </a:lnTo>
                  <a:lnTo>
                    <a:pt x="549027" y="640581"/>
                  </a:lnTo>
                  <a:lnTo>
                    <a:pt x="538046" y="635835"/>
                  </a:lnTo>
                  <a:lnTo>
                    <a:pt x="527066" y="630696"/>
                  </a:lnTo>
                  <a:lnTo>
                    <a:pt x="516085" y="625182"/>
                  </a:lnTo>
                  <a:lnTo>
                    <a:pt x="505104" y="619316"/>
                  </a:lnTo>
                  <a:lnTo>
                    <a:pt x="494124" y="613117"/>
                  </a:lnTo>
                  <a:lnTo>
                    <a:pt x="483143" y="606604"/>
                  </a:lnTo>
                  <a:lnTo>
                    <a:pt x="472163" y="599799"/>
                  </a:lnTo>
                  <a:lnTo>
                    <a:pt x="461182" y="592721"/>
                  </a:lnTo>
                  <a:lnTo>
                    <a:pt x="450202" y="585391"/>
                  </a:lnTo>
                  <a:lnTo>
                    <a:pt x="439221" y="577829"/>
                  </a:lnTo>
                  <a:lnTo>
                    <a:pt x="428241" y="570055"/>
                  </a:lnTo>
                  <a:lnTo>
                    <a:pt x="417260" y="562089"/>
                  </a:lnTo>
                  <a:lnTo>
                    <a:pt x="406280" y="553951"/>
                  </a:lnTo>
                  <a:lnTo>
                    <a:pt x="395299" y="545662"/>
                  </a:lnTo>
                  <a:lnTo>
                    <a:pt x="384318" y="537242"/>
                  </a:lnTo>
                  <a:lnTo>
                    <a:pt x="373338" y="528711"/>
                  </a:lnTo>
                  <a:lnTo>
                    <a:pt x="362357" y="520089"/>
                  </a:lnTo>
                  <a:lnTo>
                    <a:pt x="351377" y="511396"/>
                  </a:lnTo>
                  <a:lnTo>
                    <a:pt x="340396" y="502653"/>
                  </a:lnTo>
                  <a:lnTo>
                    <a:pt x="329416" y="493879"/>
                  </a:lnTo>
                  <a:lnTo>
                    <a:pt x="318435" y="485096"/>
                  </a:lnTo>
                  <a:lnTo>
                    <a:pt x="307455" y="476322"/>
                  </a:lnTo>
                  <a:lnTo>
                    <a:pt x="296474" y="467579"/>
                  </a:lnTo>
                  <a:lnTo>
                    <a:pt x="285494" y="458886"/>
                  </a:lnTo>
                  <a:lnTo>
                    <a:pt x="274513" y="450264"/>
                  </a:lnTo>
                  <a:lnTo>
                    <a:pt x="263533" y="441733"/>
                  </a:lnTo>
                  <a:lnTo>
                    <a:pt x="252552" y="433313"/>
                  </a:lnTo>
                  <a:lnTo>
                    <a:pt x="241571" y="425024"/>
                  </a:lnTo>
                  <a:lnTo>
                    <a:pt x="230591" y="416886"/>
                  </a:lnTo>
                  <a:lnTo>
                    <a:pt x="219610" y="408920"/>
                  </a:lnTo>
                  <a:lnTo>
                    <a:pt x="208630" y="401146"/>
                  </a:lnTo>
                  <a:lnTo>
                    <a:pt x="197649" y="393584"/>
                  </a:lnTo>
                  <a:lnTo>
                    <a:pt x="186669" y="386254"/>
                  </a:lnTo>
                  <a:lnTo>
                    <a:pt x="175688" y="379176"/>
                  </a:lnTo>
                  <a:lnTo>
                    <a:pt x="164708" y="372371"/>
                  </a:lnTo>
                  <a:lnTo>
                    <a:pt x="153727" y="365859"/>
                  </a:lnTo>
                  <a:lnTo>
                    <a:pt x="142747" y="359659"/>
                  </a:lnTo>
                  <a:lnTo>
                    <a:pt x="131766" y="353793"/>
                  </a:lnTo>
                  <a:lnTo>
                    <a:pt x="120785" y="348280"/>
                  </a:lnTo>
                  <a:lnTo>
                    <a:pt x="109805" y="343140"/>
                  </a:lnTo>
                  <a:lnTo>
                    <a:pt x="98824" y="338394"/>
                  </a:lnTo>
                  <a:lnTo>
                    <a:pt x="87844" y="334062"/>
                  </a:lnTo>
                  <a:lnTo>
                    <a:pt x="76863" y="330164"/>
                  </a:lnTo>
                  <a:lnTo>
                    <a:pt x="65883" y="326720"/>
                  </a:lnTo>
                  <a:lnTo>
                    <a:pt x="54902" y="323751"/>
                  </a:lnTo>
                  <a:lnTo>
                    <a:pt x="43922" y="321276"/>
                  </a:lnTo>
                  <a:lnTo>
                    <a:pt x="32941" y="319316"/>
                  </a:lnTo>
                  <a:lnTo>
                    <a:pt x="21961" y="317891"/>
                  </a:lnTo>
                  <a:lnTo>
                    <a:pt x="10980" y="317022"/>
                  </a:lnTo>
                  <a:lnTo>
                    <a:pt x="0" y="316727"/>
                  </a:lnTo>
                  <a:close/>
                </a:path>
              </a:pathLst>
            </a:custGeom>
            <a:solidFill>
              <a:srgbClr val="B4D6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g9"/>
            <p:cNvSpPr/>
            <p:nvPr/>
          </p:nvSpPr>
          <p:spPr>
            <a:xfrm>
              <a:off x="5543778" y="1970074"/>
              <a:ext cx="575868" cy="316727"/>
            </a:xfrm>
            <a:custGeom>
              <a:avLst/>
              <a:pathLst>
                <a:path w="575868" h="316727">
                  <a:moveTo>
                    <a:pt x="0" y="0"/>
                  </a:moveTo>
                  <a:lnTo>
                    <a:pt x="9760" y="0"/>
                  </a:lnTo>
                  <a:lnTo>
                    <a:pt x="19520" y="0"/>
                  </a:lnTo>
                  <a:lnTo>
                    <a:pt x="29281" y="0"/>
                  </a:lnTo>
                  <a:lnTo>
                    <a:pt x="39041" y="0"/>
                  </a:lnTo>
                  <a:lnTo>
                    <a:pt x="48802" y="0"/>
                  </a:lnTo>
                  <a:lnTo>
                    <a:pt x="58562" y="0"/>
                  </a:lnTo>
                  <a:lnTo>
                    <a:pt x="68323" y="0"/>
                  </a:lnTo>
                  <a:lnTo>
                    <a:pt x="78083" y="0"/>
                  </a:lnTo>
                  <a:lnTo>
                    <a:pt x="87844" y="0"/>
                  </a:lnTo>
                  <a:lnTo>
                    <a:pt x="97604" y="0"/>
                  </a:lnTo>
                  <a:lnTo>
                    <a:pt x="107365" y="0"/>
                  </a:lnTo>
                  <a:lnTo>
                    <a:pt x="117125" y="0"/>
                  </a:lnTo>
                  <a:lnTo>
                    <a:pt x="126886" y="0"/>
                  </a:lnTo>
                  <a:lnTo>
                    <a:pt x="136646" y="0"/>
                  </a:lnTo>
                  <a:lnTo>
                    <a:pt x="146407" y="0"/>
                  </a:lnTo>
                  <a:lnTo>
                    <a:pt x="156167" y="0"/>
                  </a:lnTo>
                  <a:lnTo>
                    <a:pt x="165928" y="0"/>
                  </a:lnTo>
                  <a:lnTo>
                    <a:pt x="175688" y="0"/>
                  </a:lnTo>
                  <a:lnTo>
                    <a:pt x="185449" y="0"/>
                  </a:lnTo>
                  <a:lnTo>
                    <a:pt x="195209" y="0"/>
                  </a:lnTo>
                  <a:lnTo>
                    <a:pt x="204970" y="0"/>
                  </a:lnTo>
                  <a:lnTo>
                    <a:pt x="214730" y="0"/>
                  </a:lnTo>
                  <a:lnTo>
                    <a:pt x="224491" y="0"/>
                  </a:lnTo>
                  <a:lnTo>
                    <a:pt x="234251" y="0"/>
                  </a:lnTo>
                  <a:lnTo>
                    <a:pt x="244012" y="0"/>
                  </a:lnTo>
                  <a:lnTo>
                    <a:pt x="253772" y="0"/>
                  </a:lnTo>
                  <a:lnTo>
                    <a:pt x="263533" y="0"/>
                  </a:lnTo>
                  <a:lnTo>
                    <a:pt x="273293" y="0"/>
                  </a:lnTo>
                  <a:lnTo>
                    <a:pt x="283053" y="0"/>
                  </a:lnTo>
                  <a:lnTo>
                    <a:pt x="292814" y="0"/>
                  </a:lnTo>
                  <a:lnTo>
                    <a:pt x="302574" y="0"/>
                  </a:lnTo>
                  <a:lnTo>
                    <a:pt x="312335" y="0"/>
                  </a:lnTo>
                  <a:lnTo>
                    <a:pt x="322095" y="0"/>
                  </a:lnTo>
                  <a:lnTo>
                    <a:pt x="331856" y="0"/>
                  </a:lnTo>
                  <a:lnTo>
                    <a:pt x="341616" y="0"/>
                  </a:lnTo>
                  <a:lnTo>
                    <a:pt x="351377" y="0"/>
                  </a:lnTo>
                  <a:lnTo>
                    <a:pt x="361137" y="0"/>
                  </a:lnTo>
                  <a:lnTo>
                    <a:pt x="370898" y="0"/>
                  </a:lnTo>
                  <a:lnTo>
                    <a:pt x="380658" y="0"/>
                  </a:lnTo>
                  <a:lnTo>
                    <a:pt x="390419" y="0"/>
                  </a:lnTo>
                  <a:lnTo>
                    <a:pt x="400179" y="0"/>
                  </a:lnTo>
                  <a:lnTo>
                    <a:pt x="409940" y="0"/>
                  </a:lnTo>
                  <a:lnTo>
                    <a:pt x="419700" y="0"/>
                  </a:lnTo>
                  <a:lnTo>
                    <a:pt x="429461" y="0"/>
                  </a:lnTo>
                  <a:lnTo>
                    <a:pt x="439221" y="0"/>
                  </a:lnTo>
                  <a:lnTo>
                    <a:pt x="448982" y="0"/>
                  </a:lnTo>
                  <a:lnTo>
                    <a:pt x="458742" y="0"/>
                  </a:lnTo>
                  <a:lnTo>
                    <a:pt x="468503" y="0"/>
                  </a:lnTo>
                  <a:lnTo>
                    <a:pt x="478263" y="0"/>
                  </a:lnTo>
                  <a:lnTo>
                    <a:pt x="488024" y="0"/>
                  </a:lnTo>
                  <a:lnTo>
                    <a:pt x="497784" y="0"/>
                  </a:lnTo>
                  <a:lnTo>
                    <a:pt x="507545" y="0"/>
                  </a:lnTo>
                  <a:lnTo>
                    <a:pt x="517305" y="0"/>
                  </a:lnTo>
                  <a:lnTo>
                    <a:pt x="527066" y="0"/>
                  </a:lnTo>
                  <a:lnTo>
                    <a:pt x="536826" y="0"/>
                  </a:lnTo>
                  <a:lnTo>
                    <a:pt x="546587" y="0"/>
                  </a:lnTo>
                  <a:lnTo>
                    <a:pt x="556347" y="0"/>
                  </a:lnTo>
                  <a:lnTo>
                    <a:pt x="566107" y="0"/>
                  </a:lnTo>
                  <a:lnTo>
                    <a:pt x="575868" y="0"/>
                  </a:lnTo>
                  <a:lnTo>
                    <a:pt x="575868" y="316727"/>
                  </a:lnTo>
                  <a:lnTo>
                    <a:pt x="566107" y="316727"/>
                  </a:lnTo>
                  <a:lnTo>
                    <a:pt x="556347" y="316727"/>
                  </a:lnTo>
                  <a:lnTo>
                    <a:pt x="546587" y="316727"/>
                  </a:lnTo>
                  <a:lnTo>
                    <a:pt x="536826" y="316727"/>
                  </a:lnTo>
                  <a:lnTo>
                    <a:pt x="527066" y="316727"/>
                  </a:lnTo>
                  <a:lnTo>
                    <a:pt x="517305" y="316727"/>
                  </a:lnTo>
                  <a:lnTo>
                    <a:pt x="507545" y="316727"/>
                  </a:lnTo>
                  <a:lnTo>
                    <a:pt x="497784" y="316727"/>
                  </a:lnTo>
                  <a:lnTo>
                    <a:pt x="488024" y="316727"/>
                  </a:lnTo>
                  <a:lnTo>
                    <a:pt x="478263" y="316727"/>
                  </a:lnTo>
                  <a:lnTo>
                    <a:pt x="468503" y="316727"/>
                  </a:lnTo>
                  <a:lnTo>
                    <a:pt x="458742" y="316727"/>
                  </a:lnTo>
                  <a:lnTo>
                    <a:pt x="448982" y="316727"/>
                  </a:lnTo>
                  <a:lnTo>
                    <a:pt x="439221" y="316727"/>
                  </a:lnTo>
                  <a:lnTo>
                    <a:pt x="429461" y="316727"/>
                  </a:lnTo>
                  <a:lnTo>
                    <a:pt x="419700" y="316727"/>
                  </a:lnTo>
                  <a:lnTo>
                    <a:pt x="409940" y="316727"/>
                  </a:lnTo>
                  <a:lnTo>
                    <a:pt x="400179" y="316727"/>
                  </a:lnTo>
                  <a:lnTo>
                    <a:pt x="390419" y="316727"/>
                  </a:lnTo>
                  <a:lnTo>
                    <a:pt x="380658" y="316727"/>
                  </a:lnTo>
                  <a:lnTo>
                    <a:pt x="370898" y="316727"/>
                  </a:lnTo>
                  <a:lnTo>
                    <a:pt x="361137" y="316727"/>
                  </a:lnTo>
                  <a:lnTo>
                    <a:pt x="351377" y="316727"/>
                  </a:lnTo>
                  <a:lnTo>
                    <a:pt x="341616" y="316727"/>
                  </a:lnTo>
                  <a:lnTo>
                    <a:pt x="331856" y="316727"/>
                  </a:lnTo>
                  <a:lnTo>
                    <a:pt x="322095" y="316727"/>
                  </a:lnTo>
                  <a:lnTo>
                    <a:pt x="312335" y="316727"/>
                  </a:lnTo>
                  <a:lnTo>
                    <a:pt x="302574" y="316727"/>
                  </a:lnTo>
                  <a:lnTo>
                    <a:pt x="292814" y="316727"/>
                  </a:lnTo>
                  <a:lnTo>
                    <a:pt x="283053" y="316727"/>
                  </a:lnTo>
                  <a:lnTo>
                    <a:pt x="273293" y="316727"/>
                  </a:lnTo>
                  <a:lnTo>
                    <a:pt x="263533" y="316727"/>
                  </a:lnTo>
                  <a:lnTo>
                    <a:pt x="253772" y="316727"/>
                  </a:lnTo>
                  <a:lnTo>
                    <a:pt x="244012" y="316727"/>
                  </a:lnTo>
                  <a:lnTo>
                    <a:pt x="234251" y="316727"/>
                  </a:lnTo>
                  <a:lnTo>
                    <a:pt x="224491" y="316727"/>
                  </a:lnTo>
                  <a:lnTo>
                    <a:pt x="214730" y="316727"/>
                  </a:lnTo>
                  <a:lnTo>
                    <a:pt x="204970" y="316727"/>
                  </a:lnTo>
                  <a:lnTo>
                    <a:pt x="195209" y="316727"/>
                  </a:lnTo>
                  <a:lnTo>
                    <a:pt x="185449" y="316727"/>
                  </a:lnTo>
                  <a:lnTo>
                    <a:pt x="175688" y="316727"/>
                  </a:lnTo>
                  <a:lnTo>
                    <a:pt x="165928" y="316727"/>
                  </a:lnTo>
                  <a:lnTo>
                    <a:pt x="156167" y="316727"/>
                  </a:lnTo>
                  <a:lnTo>
                    <a:pt x="146407" y="316727"/>
                  </a:lnTo>
                  <a:lnTo>
                    <a:pt x="136646" y="316727"/>
                  </a:lnTo>
                  <a:lnTo>
                    <a:pt x="126886" y="316727"/>
                  </a:lnTo>
                  <a:lnTo>
                    <a:pt x="117125" y="316727"/>
                  </a:lnTo>
                  <a:lnTo>
                    <a:pt x="107365" y="316727"/>
                  </a:lnTo>
                  <a:lnTo>
                    <a:pt x="97604" y="316727"/>
                  </a:lnTo>
                  <a:lnTo>
                    <a:pt x="87844" y="316727"/>
                  </a:lnTo>
                  <a:lnTo>
                    <a:pt x="78083" y="316727"/>
                  </a:lnTo>
                  <a:lnTo>
                    <a:pt x="68323" y="316727"/>
                  </a:lnTo>
                  <a:lnTo>
                    <a:pt x="58562" y="316727"/>
                  </a:lnTo>
                  <a:lnTo>
                    <a:pt x="48802" y="316727"/>
                  </a:lnTo>
                  <a:lnTo>
                    <a:pt x="39041" y="316727"/>
                  </a:lnTo>
                  <a:lnTo>
                    <a:pt x="29281" y="316727"/>
                  </a:lnTo>
                  <a:lnTo>
                    <a:pt x="19520" y="316727"/>
                  </a:lnTo>
                  <a:lnTo>
                    <a:pt x="9760" y="316727"/>
                  </a:lnTo>
                  <a:lnTo>
                    <a:pt x="0" y="316727"/>
                  </a:lnTo>
                  <a:close/>
                </a:path>
              </a:pathLst>
            </a:custGeom>
            <a:solidFill>
              <a:srgbClr val="EDB1A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g10"/>
            <p:cNvSpPr/>
            <p:nvPr/>
          </p:nvSpPr>
          <p:spPr>
            <a:xfrm>
              <a:off x="5543778" y="3049827"/>
              <a:ext cx="575868" cy="316727"/>
            </a:xfrm>
            <a:custGeom>
              <a:avLst/>
              <a:pathLst>
                <a:path w="575868" h="316727">
                  <a:moveTo>
                    <a:pt x="0" y="0"/>
                  </a:moveTo>
                  <a:lnTo>
                    <a:pt x="9760" y="0"/>
                  </a:lnTo>
                  <a:lnTo>
                    <a:pt x="19520" y="0"/>
                  </a:lnTo>
                  <a:lnTo>
                    <a:pt x="29281" y="0"/>
                  </a:lnTo>
                  <a:lnTo>
                    <a:pt x="39041" y="0"/>
                  </a:lnTo>
                  <a:lnTo>
                    <a:pt x="48802" y="0"/>
                  </a:lnTo>
                  <a:lnTo>
                    <a:pt x="58562" y="0"/>
                  </a:lnTo>
                  <a:lnTo>
                    <a:pt x="68323" y="0"/>
                  </a:lnTo>
                  <a:lnTo>
                    <a:pt x="78083" y="0"/>
                  </a:lnTo>
                  <a:lnTo>
                    <a:pt x="87844" y="0"/>
                  </a:lnTo>
                  <a:lnTo>
                    <a:pt x="97604" y="0"/>
                  </a:lnTo>
                  <a:lnTo>
                    <a:pt x="107365" y="0"/>
                  </a:lnTo>
                  <a:lnTo>
                    <a:pt x="117125" y="0"/>
                  </a:lnTo>
                  <a:lnTo>
                    <a:pt x="126886" y="0"/>
                  </a:lnTo>
                  <a:lnTo>
                    <a:pt x="136646" y="0"/>
                  </a:lnTo>
                  <a:lnTo>
                    <a:pt x="146407" y="0"/>
                  </a:lnTo>
                  <a:lnTo>
                    <a:pt x="156167" y="0"/>
                  </a:lnTo>
                  <a:lnTo>
                    <a:pt x="165928" y="0"/>
                  </a:lnTo>
                  <a:lnTo>
                    <a:pt x="175688" y="0"/>
                  </a:lnTo>
                  <a:lnTo>
                    <a:pt x="185449" y="0"/>
                  </a:lnTo>
                  <a:lnTo>
                    <a:pt x="195209" y="0"/>
                  </a:lnTo>
                  <a:lnTo>
                    <a:pt x="204970" y="0"/>
                  </a:lnTo>
                  <a:lnTo>
                    <a:pt x="214730" y="0"/>
                  </a:lnTo>
                  <a:lnTo>
                    <a:pt x="224491" y="0"/>
                  </a:lnTo>
                  <a:lnTo>
                    <a:pt x="234251" y="0"/>
                  </a:lnTo>
                  <a:lnTo>
                    <a:pt x="244012" y="0"/>
                  </a:lnTo>
                  <a:lnTo>
                    <a:pt x="253772" y="0"/>
                  </a:lnTo>
                  <a:lnTo>
                    <a:pt x="263533" y="0"/>
                  </a:lnTo>
                  <a:lnTo>
                    <a:pt x="273293" y="0"/>
                  </a:lnTo>
                  <a:lnTo>
                    <a:pt x="283053" y="0"/>
                  </a:lnTo>
                  <a:lnTo>
                    <a:pt x="292814" y="0"/>
                  </a:lnTo>
                  <a:lnTo>
                    <a:pt x="302574" y="0"/>
                  </a:lnTo>
                  <a:lnTo>
                    <a:pt x="312335" y="0"/>
                  </a:lnTo>
                  <a:lnTo>
                    <a:pt x="322095" y="0"/>
                  </a:lnTo>
                  <a:lnTo>
                    <a:pt x="331856" y="0"/>
                  </a:lnTo>
                  <a:lnTo>
                    <a:pt x="341616" y="0"/>
                  </a:lnTo>
                  <a:lnTo>
                    <a:pt x="351377" y="0"/>
                  </a:lnTo>
                  <a:lnTo>
                    <a:pt x="361137" y="0"/>
                  </a:lnTo>
                  <a:lnTo>
                    <a:pt x="370898" y="0"/>
                  </a:lnTo>
                  <a:lnTo>
                    <a:pt x="380658" y="0"/>
                  </a:lnTo>
                  <a:lnTo>
                    <a:pt x="390419" y="0"/>
                  </a:lnTo>
                  <a:lnTo>
                    <a:pt x="400179" y="0"/>
                  </a:lnTo>
                  <a:lnTo>
                    <a:pt x="409940" y="0"/>
                  </a:lnTo>
                  <a:lnTo>
                    <a:pt x="419700" y="0"/>
                  </a:lnTo>
                  <a:lnTo>
                    <a:pt x="429461" y="0"/>
                  </a:lnTo>
                  <a:lnTo>
                    <a:pt x="439221" y="0"/>
                  </a:lnTo>
                  <a:lnTo>
                    <a:pt x="448982" y="0"/>
                  </a:lnTo>
                  <a:lnTo>
                    <a:pt x="458742" y="0"/>
                  </a:lnTo>
                  <a:lnTo>
                    <a:pt x="468503" y="0"/>
                  </a:lnTo>
                  <a:lnTo>
                    <a:pt x="478263" y="0"/>
                  </a:lnTo>
                  <a:lnTo>
                    <a:pt x="488024" y="0"/>
                  </a:lnTo>
                  <a:lnTo>
                    <a:pt x="497784" y="0"/>
                  </a:lnTo>
                  <a:lnTo>
                    <a:pt x="507545" y="0"/>
                  </a:lnTo>
                  <a:lnTo>
                    <a:pt x="517305" y="0"/>
                  </a:lnTo>
                  <a:lnTo>
                    <a:pt x="527066" y="0"/>
                  </a:lnTo>
                  <a:lnTo>
                    <a:pt x="536826" y="0"/>
                  </a:lnTo>
                  <a:lnTo>
                    <a:pt x="546587" y="0"/>
                  </a:lnTo>
                  <a:lnTo>
                    <a:pt x="556347" y="0"/>
                  </a:lnTo>
                  <a:lnTo>
                    <a:pt x="566107" y="0"/>
                  </a:lnTo>
                  <a:lnTo>
                    <a:pt x="575868" y="0"/>
                  </a:lnTo>
                  <a:lnTo>
                    <a:pt x="575868" y="316727"/>
                  </a:lnTo>
                  <a:lnTo>
                    <a:pt x="566107" y="316727"/>
                  </a:lnTo>
                  <a:lnTo>
                    <a:pt x="556347" y="316727"/>
                  </a:lnTo>
                  <a:lnTo>
                    <a:pt x="546587" y="316727"/>
                  </a:lnTo>
                  <a:lnTo>
                    <a:pt x="536826" y="316727"/>
                  </a:lnTo>
                  <a:lnTo>
                    <a:pt x="527066" y="316727"/>
                  </a:lnTo>
                  <a:lnTo>
                    <a:pt x="517305" y="316727"/>
                  </a:lnTo>
                  <a:lnTo>
                    <a:pt x="507545" y="316727"/>
                  </a:lnTo>
                  <a:lnTo>
                    <a:pt x="497784" y="316727"/>
                  </a:lnTo>
                  <a:lnTo>
                    <a:pt x="488024" y="316727"/>
                  </a:lnTo>
                  <a:lnTo>
                    <a:pt x="478263" y="316727"/>
                  </a:lnTo>
                  <a:lnTo>
                    <a:pt x="468503" y="316727"/>
                  </a:lnTo>
                  <a:lnTo>
                    <a:pt x="458742" y="316727"/>
                  </a:lnTo>
                  <a:lnTo>
                    <a:pt x="448982" y="316727"/>
                  </a:lnTo>
                  <a:lnTo>
                    <a:pt x="439221" y="316727"/>
                  </a:lnTo>
                  <a:lnTo>
                    <a:pt x="429461" y="316727"/>
                  </a:lnTo>
                  <a:lnTo>
                    <a:pt x="419700" y="316727"/>
                  </a:lnTo>
                  <a:lnTo>
                    <a:pt x="409940" y="316727"/>
                  </a:lnTo>
                  <a:lnTo>
                    <a:pt x="400179" y="316727"/>
                  </a:lnTo>
                  <a:lnTo>
                    <a:pt x="390419" y="316727"/>
                  </a:lnTo>
                  <a:lnTo>
                    <a:pt x="380658" y="316727"/>
                  </a:lnTo>
                  <a:lnTo>
                    <a:pt x="370898" y="316727"/>
                  </a:lnTo>
                  <a:lnTo>
                    <a:pt x="361137" y="316727"/>
                  </a:lnTo>
                  <a:lnTo>
                    <a:pt x="351377" y="316727"/>
                  </a:lnTo>
                  <a:lnTo>
                    <a:pt x="341616" y="316727"/>
                  </a:lnTo>
                  <a:lnTo>
                    <a:pt x="331856" y="316727"/>
                  </a:lnTo>
                  <a:lnTo>
                    <a:pt x="322095" y="316727"/>
                  </a:lnTo>
                  <a:lnTo>
                    <a:pt x="312335" y="316727"/>
                  </a:lnTo>
                  <a:lnTo>
                    <a:pt x="302574" y="316727"/>
                  </a:lnTo>
                  <a:lnTo>
                    <a:pt x="292814" y="316727"/>
                  </a:lnTo>
                  <a:lnTo>
                    <a:pt x="283053" y="316727"/>
                  </a:lnTo>
                  <a:lnTo>
                    <a:pt x="273293" y="316727"/>
                  </a:lnTo>
                  <a:lnTo>
                    <a:pt x="263533" y="316727"/>
                  </a:lnTo>
                  <a:lnTo>
                    <a:pt x="253772" y="316727"/>
                  </a:lnTo>
                  <a:lnTo>
                    <a:pt x="244012" y="316727"/>
                  </a:lnTo>
                  <a:lnTo>
                    <a:pt x="234251" y="316727"/>
                  </a:lnTo>
                  <a:lnTo>
                    <a:pt x="224491" y="316727"/>
                  </a:lnTo>
                  <a:lnTo>
                    <a:pt x="214730" y="316727"/>
                  </a:lnTo>
                  <a:lnTo>
                    <a:pt x="204970" y="316727"/>
                  </a:lnTo>
                  <a:lnTo>
                    <a:pt x="195209" y="316727"/>
                  </a:lnTo>
                  <a:lnTo>
                    <a:pt x="185449" y="316727"/>
                  </a:lnTo>
                  <a:lnTo>
                    <a:pt x="175688" y="316727"/>
                  </a:lnTo>
                  <a:lnTo>
                    <a:pt x="165928" y="316727"/>
                  </a:lnTo>
                  <a:lnTo>
                    <a:pt x="156167" y="316727"/>
                  </a:lnTo>
                  <a:lnTo>
                    <a:pt x="146407" y="316727"/>
                  </a:lnTo>
                  <a:lnTo>
                    <a:pt x="136646" y="316727"/>
                  </a:lnTo>
                  <a:lnTo>
                    <a:pt x="126886" y="316727"/>
                  </a:lnTo>
                  <a:lnTo>
                    <a:pt x="117125" y="316727"/>
                  </a:lnTo>
                  <a:lnTo>
                    <a:pt x="107365" y="316727"/>
                  </a:lnTo>
                  <a:lnTo>
                    <a:pt x="97604" y="316727"/>
                  </a:lnTo>
                  <a:lnTo>
                    <a:pt x="87844" y="316727"/>
                  </a:lnTo>
                  <a:lnTo>
                    <a:pt x="78083" y="316727"/>
                  </a:lnTo>
                  <a:lnTo>
                    <a:pt x="68323" y="316727"/>
                  </a:lnTo>
                  <a:lnTo>
                    <a:pt x="58562" y="316727"/>
                  </a:lnTo>
                  <a:lnTo>
                    <a:pt x="48802" y="316727"/>
                  </a:lnTo>
                  <a:lnTo>
                    <a:pt x="39041" y="316727"/>
                  </a:lnTo>
                  <a:lnTo>
                    <a:pt x="29281" y="316727"/>
                  </a:lnTo>
                  <a:lnTo>
                    <a:pt x="19520" y="316727"/>
                  </a:lnTo>
                  <a:lnTo>
                    <a:pt x="9760" y="316727"/>
                  </a:lnTo>
                  <a:lnTo>
                    <a:pt x="0" y="316727"/>
                  </a:lnTo>
                  <a:close/>
                </a:path>
              </a:pathLst>
            </a:custGeom>
            <a:solidFill>
              <a:srgbClr val="ADC7E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pg11"/>
            <p:cNvSpPr/>
            <p:nvPr/>
          </p:nvSpPr>
          <p:spPr>
            <a:xfrm>
              <a:off x="5543778" y="4129580"/>
              <a:ext cx="575868" cy="316727"/>
            </a:xfrm>
            <a:custGeom>
              <a:avLst/>
              <a:pathLst>
                <a:path w="575868" h="316727">
                  <a:moveTo>
                    <a:pt x="0" y="0"/>
                  </a:moveTo>
                  <a:lnTo>
                    <a:pt x="9760" y="0"/>
                  </a:lnTo>
                  <a:lnTo>
                    <a:pt x="19520" y="0"/>
                  </a:lnTo>
                  <a:lnTo>
                    <a:pt x="29281" y="0"/>
                  </a:lnTo>
                  <a:lnTo>
                    <a:pt x="39041" y="0"/>
                  </a:lnTo>
                  <a:lnTo>
                    <a:pt x="48802" y="0"/>
                  </a:lnTo>
                  <a:lnTo>
                    <a:pt x="58562" y="0"/>
                  </a:lnTo>
                  <a:lnTo>
                    <a:pt x="68323" y="0"/>
                  </a:lnTo>
                  <a:lnTo>
                    <a:pt x="78083" y="0"/>
                  </a:lnTo>
                  <a:lnTo>
                    <a:pt x="87844" y="0"/>
                  </a:lnTo>
                  <a:lnTo>
                    <a:pt x="97604" y="0"/>
                  </a:lnTo>
                  <a:lnTo>
                    <a:pt x="107365" y="0"/>
                  </a:lnTo>
                  <a:lnTo>
                    <a:pt x="117125" y="0"/>
                  </a:lnTo>
                  <a:lnTo>
                    <a:pt x="126886" y="0"/>
                  </a:lnTo>
                  <a:lnTo>
                    <a:pt x="136646" y="0"/>
                  </a:lnTo>
                  <a:lnTo>
                    <a:pt x="146407" y="0"/>
                  </a:lnTo>
                  <a:lnTo>
                    <a:pt x="156167" y="0"/>
                  </a:lnTo>
                  <a:lnTo>
                    <a:pt x="165928" y="0"/>
                  </a:lnTo>
                  <a:lnTo>
                    <a:pt x="175688" y="0"/>
                  </a:lnTo>
                  <a:lnTo>
                    <a:pt x="185449" y="0"/>
                  </a:lnTo>
                  <a:lnTo>
                    <a:pt x="195209" y="0"/>
                  </a:lnTo>
                  <a:lnTo>
                    <a:pt x="204970" y="0"/>
                  </a:lnTo>
                  <a:lnTo>
                    <a:pt x="214730" y="0"/>
                  </a:lnTo>
                  <a:lnTo>
                    <a:pt x="224491" y="0"/>
                  </a:lnTo>
                  <a:lnTo>
                    <a:pt x="234251" y="0"/>
                  </a:lnTo>
                  <a:lnTo>
                    <a:pt x="244012" y="0"/>
                  </a:lnTo>
                  <a:lnTo>
                    <a:pt x="253772" y="0"/>
                  </a:lnTo>
                  <a:lnTo>
                    <a:pt x="263533" y="0"/>
                  </a:lnTo>
                  <a:lnTo>
                    <a:pt x="273293" y="0"/>
                  </a:lnTo>
                  <a:lnTo>
                    <a:pt x="283053" y="0"/>
                  </a:lnTo>
                  <a:lnTo>
                    <a:pt x="292814" y="0"/>
                  </a:lnTo>
                  <a:lnTo>
                    <a:pt x="302574" y="0"/>
                  </a:lnTo>
                  <a:lnTo>
                    <a:pt x="312335" y="0"/>
                  </a:lnTo>
                  <a:lnTo>
                    <a:pt x="322095" y="0"/>
                  </a:lnTo>
                  <a:lnTo>
                    <a:pt x="331856" y="0"/>
                  </a:lnTo>
                  <a:lnTo>
                    <a:pt x="341616" y="0"/>
                  </a:lnTo>
                  <a:lnTo>
                    <a:pt x="351377" y="0"/>
                  </a:lnTo>
                  <a:lnTo>
                    <a:pt x="361137" y="0"/>
                  </a:lnTo>
                  <a:lnTo>
                    <a:pt x="370898" y="0"/>
                  </a:lnTo>
                  <a:lnTo>
                    <a:pt x="380658" y="0"/>
                  </a:lnTo>
                  <a:lnTo>
                    <a:pt x="390419" y="0"/>
                  </a:lnTo>
                  <a:lnTo>
                    <a:pt x="400179" y="0"/>
                  </a:lnTo>
                  <a:lnTo>
                    <a:pt x="409940" y="0"/>
                  </a:lnTo>
                  <a:lnTo>
                    <a:pt x="419700" y="0"/>
                  </a:lnTo>
                  <a:lnTo>
                    <a:pt x="429461" y="0"/>
                  </a:lnTo>
                  <a:lnTo>
                    <a:pt x="439221" y="0"/>
                  </a:lnTo>
                  <a:lnTo>
                    <a:pt x="448982" y="0"/>
                  </a:lnTo>
                  <a:lnTo>
                    <a:pt x="458742" y="0"/>
                  </a:lnTo>
                  <a:lnTo>
                    <a:pt x="468503" y="0"/>
                  </a:lnTo>
                  <a:lnTo>
                    <a:pt x="478263" y="0"/>
                  </a:lnTo>
                  <a:lnTo>
                    <a:pt x="488024" y="0"/>
                  </a:lnTo>
                  <a:lnTo>
                    <a:pt x="497784" y="0"/>
                  </a:lnTo>
                  <a:lnTo>
                    <a:pt x="507545" y="0"/>
                  </a:lnTo>
                  <a:lnTo>
                    <a:pt x="517305" y="0"/>
                  </a:lnTo>
                  <a:lnTo>
                    <a:pt x="527066" y="0"/>
                  </a:lnTo>
                  <a:lnTo>
                    <a:pt x="536826" y="0"/>
                  </a:lnTo>
                  <a:lnTo>
                    <a:pt x="546587" y="0"/>
                  </a:lnTo>
                  <a:lnTo>
                    <a:pt x="556347" y="0"/>
                  </a:lnTo>
                  <a:lnTo>
                    <a:pt x="566107" y="0"/>
                  </a:lnTo>
                  <a:lnTo>
                    <a:pt x="575868" y="0"/>
                  </a:lnTo>
                  <a:lnTo>
                    <a:pt x="575868" y="316727"/>
                  </a:lnTo>
                  <a:lnTo>
                    <a:pt x="566107" y="316727"/>
                  </a:lnTo>
                  <a:lnTo>
                    <a:pt x="556347" y="316727"/>
                  </a:lnTo>
                  <a:lnTo>
                    <a:pt x="546587" y="316727"/>
                  </a:lnTo>
                  <a:lnTo>
                    <a:pt x="536826" y="316727"/>
                  </a:lnTo>
                  <a:lnTo>
                    <a:pt x="527066" y="316727"/>
                  </a:lnTo>
                  <a:lnTo>
                    <a:pt x="517305" y="316727"/>
                  </a:lnTo>
                  <a:lnTo>
                    <a:pt x="507545" y="316727"/>
                  </a:lnTo>
                  <a:lnTo>
                    <a:pt x="497784" y="316727"/>
                  </a:lnTo>
                  <a:lnTo>
                    <a:pt x="488024" y="316727"/>
                  </a:lnTo>
                  <a:lnTo>
                    <a:pt x="478263" y="316727"/>
                  </a:lnTo>
                  <a:lnTo>
                    <a:pt x="468503" y="316727"/>
                  </a:lnTo>
                  <a:lnTo>
                    <a:pt x="458742" y="316727"/>
                  </a:lnTo>
                  <a:lnTo>
                    <a:pt x="448982" y="316727"/>
                  </a:lnTo>
                  <a:lnTo>
                    <a:pt x="439221" y="316727"/>
                  </a:lnTo>
                  <a:lnTo>
                    <a:pt x="429461" y="316727"/>
                  </a:lnTo>
                  <a:lnTo>
                    <a:pt x="419700" y="316727"/>
                  </a:lnTo>
                  <a:lnTo>
                    <a:pt x="409940" y="316727"/>
                  </a:lnTo>
                  <a:lnTo>
                    <a:pt x="400179" y="316727"/>
                  </a:lnTo>
                  <a:lnTo>
                    <a:pt x="390419" y="316727"/>
                  </a:lnTo>
                  <a:lnTo>
                    <a:pt x="380658" y="316727"/>
                  </a:lnTo>
                  <a:lnTo>
                    <a:pt x="370898" y="316727"/>
                  </a:lnTo>
                  <a:lnTo>
                    <a:pt x="361137" y="316727"/>
                  </a:lnTo>
                  <a:lnTo>
                    <a:pt x="351377" y="316727"/>
                  </a:lnTo>
                  <a:lnTo>
                    <a:pt x="341616" y="316727"/>
                  </a:lnTo>
                  <a:lnTo>
                    <a:pt x="331856" y="316727"/>
                  </a:lnTo>
                  <a:lnTo>
                    <a:pt x="322095" y="316727"/>
                  </a:lnTo>
                  <a:lnTo>
                    <a:pt x="312335" y="316727"/>
                  </a:lnTo>
                  <a:lnTo>
                    <a:pt x="302574" y="316727"/>
                  </a:lnTo>
                  <a:lnTo>
                    <a:pt x="292814" y="316727"/>
                  </a:lnTo>
                  <a:lnTo>
                    <a:pt x="283053" y="316727"/>
                  </a:lnTo>
                  <a:lnTo>
                    <a:pt x="273293" y="316727"/>
                  </a:lnTo>
                  <a:lnTo>
                    <a:pt x="263533" y="316727"/>
                  </a:lnTo>
                  <a:lnTo>
                    <a:pt x="253772" y="316727"/>
                  </a:lnTo>
                  <a:lnTo>
                    <a:pt x="244012" y="316727"/>
                  </a:lnTo>
                  <a:lnTo>
                    <a:pt x="234251" y="316727"/>
                  </a:lnTo>
                  <a:lnTo>
                    <a:pt x="224491" y="316727"/>
                  </a:lnTo>
                  <a:lnTo>
                    <a:pt x="214730" y="316727"/>
                  </a:lnTo>
                  <a:lnTo>
                    <a:pt x="204970" y="316727"/>
                  </a:lnTo>
                  <a:lnTo>
                    <a:pt x="195209" y="316727"/>
                  </a:lnTo>
                  <a:lnTo>
                    <a:pt x="185449" y="316727"/>
                  </a:lnTo>
                  <a:lnTo>
                    <a:pt x="175688" y="316727"/>
                  </a:lnTo>
                  <a:lnTo>
                    <a:pt x="165928" y="316727"/>
                  </a:lnTo>
                  <a:lnTo>
                    <a:pt x="156167" y="316727"/>
                  </a:lnTo>
                  <a:lnTo>
                    <a:pt x="146407" y="316727"/>
                  </a:lnTo>
                  <a:lnTo>
                    <a:pt x="136646" y="316727"/>
                  </a:lnTo>
                  <a:lnTo>
                    <a:pt x="126886" y="316727"/>
                  </a:lnTo>
                  <a:lnTo>
                    <a:pt x="117125" y="316727"/>
                  </a:lnTo>
                  <a:lnTo>
                    <a:pt x="107365" y="316727"/>
                  </a:lnTo>
                  <a:lnTo>
                    <a:pt x="97604" y="316727"/>
                  </a:lnTo>
                  <a:lnTo>
                    <a:pt x="87844" y="316727"/>
                  </a:lnTo>
                  <a:lnTo>
                    <a:pt x="78083" y="316727"/>
                  </a:lnTo>
                  <a:lnTo>
                    <a:pt x="68323" y="316727"/>
                  </a:lnTo>
                  <a:lnTo>
                    <a:pt x="58562" y="316727"/>
                  </a:lnTo>
                  <a:lnTo>
                    <a:pt x="48802" y="316727"/>
                  </a:lnTo>
                  <a:lnTo>
                    <a:pt x="39041" y="316727"/>
                  </a:lnTo>
                  <a:lnTo>
                    <a:pt x="29281" y="316727"/>
                  </a:lnTo>
                  <a:lnTo>
                    <a:pt x="19520" y="316727"/>
                  </a:lnTo>
                  <a:lnTo>
                    <a:pt x="9760" y="316727"/>
                  </a:lnTo>
                  <a:lnTo>
                    <a:pt x="0" y="316727"/>
                  </a:lnTo>
                  <a:close/>
                </a:path>
              </a:pathLst>
            </a:custGeom>
            <a:solidFill>
              <a:srgbClr val="F4C1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g12"/>
            <p:cNvSpPr/>
            <p:nvPr/>
          </p:nvSpPr>
          <p:spPr>
            <a:xfrm>
              <a:off x="5543778" y="5209334"/>
              <a:ext cx="575868" cy="316727"/>
            </a:xfrm>
            <a:custGeom>
              <a:avLst/>
              <a:pathLst>
                <a:path w="575868" h="316727">
                  <a:moveTo>
                    <a:pt x="0" y="0"/>
                  </a:moveTo>
                  <a:lnTo>
                    <a:pt x="9760" y="0"/>
                  </a:lnTo>
                  <a:lnTo>
                    <a:pt x="19520" y="0"/>
                  </a:lnTo>
                  <a:lnTo>
                    <a:pt x="29281" y="0"/>
                  </a:lnTo>
                  <a:lnTo>
                    <a:pt x="39041" y="0"/>
                  </a:lnTo>
                  <a:lnTo>
                    <a:pt x="48802" y="0"/>
                  </a:lnTo>
                  <a:lnTo>
                    <a:pt x="58562" y="0"/>
                  </a:lnTo>
                  <a:lnTo>
                    <a:pt x="68323" y="0"/>
                  </a:lnTo>
                  <a:lnTo>
                    <a:pt x="78083" y="0"/>
                  </a:lnTo>
                  <a:lnTo>
                    <a:pt x="87844" y="0"/>
                  </a:lnTo>
                  <a:lnTo>
                    <a:pt x="97604" y="0"/>
                  </a:lnTo>
                  <a:lnTo>
                    <a:pt x="107365" y="0"/>
                  </a:lnTo>
                  <a:lnTo>
                    <a:pt x="117125" y="0"/>
                  </a:lnTo>
                  <a:lnTo>
                    <a:pt x="126886" y="0"/>
                  </a:lnTo>
                  <a:lnTo>
                    <a:pt x="136646" y="0"/>
                  </a:lnTo>
                  <a:lnTo>
                    <a:pt x="146407" y="0"/>
                  </a:lnTo>
                  <a:lnTo>
                    <a:pt x="156167" y="0"/>
                  </a:lnTo>
                  <a:lnTo>
                    <a:pt x="165928" y="0"/>
                  </a:lnTo>
                  <a:lnTo>
                    <a:pt x="175688" y="0"/>
                  </a:lnTo>
                  <a:lnTo>
                    <a:pt x="185449" y="0"/>
                  </a:lnTo>
                  <a:lnTo>
                    <a:pt x="195209" y="0"/>
                  </a:lnTo>
                  <a:lnTo>
                    <a:pt x="204970" y="0"/>
                  </a:lnTo>
                  <a:lnTo>
                    <a:pt x="214730" y="0"/>
                  </a:lnTo>
                  <a:lnTo>
                    <a:pt x="224491" y="0"/>
                  </a:lnTo>
                  <a:lnTo>
                    <a:pt x="234251" y="0"/>
                  </a:lnTo>
                  <a:lnTo>
                    <a:pt x="244012" y="0"/>
                  </a:lnTo>
                  <a:lnTo>
                    <a:pt x="253772" y="0"/>
                  </a:lnTo>
                  <a:lnTo>
                    <a:pt x="263533" y="0"/>
                  </a:lnTo>
                  <a:lnTo>
                    <a:pt x="273293" y="0"/>
                  </a:lnTo>
                  <a:lnTo>
                    <a:pt x="283053" y="0"/>
                  </a:lnTo>
                  <a:lnTo>
                    <a:pt x="292814" y="0"/>
                  </a:lnTo>
                  <a:lnTo>
                    <a:pt x="302574" y="0"/>
                  </a:lnTo>
                  <a:lnTo>
                    <a:pt x="312335" y="0"/>
                  </a:lnTo>
                  <a:lnTo>
                    <a:pt x="322095" y="0"/>
                  </a:lnTo>
                  <a:lnTo>
                    <a:pt x="331856" y="0"/>
                  </a:lnTo>
                  <a:lnTo>
                    <a:pt x="341616" y="0"/>
                  </a:lnTo>
                  <a:lnTo>
                    <a:pt x="351377" y="0"/>
                  </a:lnTo>
                  <a:lnTo>
                    <a:pt x="361137" y="0"/>
                  </a:lnTo>
                  <a:lnTo>
                    <a:pt x="370898" y="0"/>
                  </a:lnTo>
                  <a:lnTo>
                    <a:pt x="380658" y="0"/>
                  </a:lnTo>
                  <a:lnTo>
                    <a:pt x="390419" y="0"/>
                  </a:lnTo>
                  <a:lnTo>
                    <a:pt x="400179" y="0"/>
                  </a:lnTo>
                  <a:lnTo>
                    <a:pt x="409940" y="0"/>
                  </a:lnTo>
                  <a:lnTo>
                    <a:pt x="419700" y="0"/>
                  </a:lnTo>
                  <a:lnTo>
                    <a:pt x="429461" y="0"/>
                  </a:lnTo>
                  <a:lnTo>
                    <a:pt x="439221" y="0"/>
                  </a:lnTo>
                  <a:lnTo>
                    <a:pt x="448982" y="0"/>
                  </a:lnTo>
                  <a:lnTo>
                    <a:pt x="458742" y="0"/>
                  </a:lnTo>
                  <a:lnTo>
                    <a:pt x="468503" y="0"/>
                  </a:lnTo>
                  <a:lnTo>
                    <a:pt x="478263" y="0"/>
                  </a:lnTo>
                  <a:lnTo>
                    <a:pt x="488024" y="0"/>
                  </a:lnTo>
                  <a:lnTo>
                    <a:pt x="497784" y="0"/>
                  </a:lnTo>
                  <a:lnTo>
                    <a:pt x="507545" y="0"/>
                  </a:lnTo>
                  <a:lnTo>
                    <a:pt x="517305" y="0"/>
                  </a:lnTo>
                  <a:lnTo>
                    <a:pt x="527066" y="0"/>
                  </a:lnTo>
                  <a:lnTo>
                    <a:pt x="536826" y="0"/>
                  </a:lnTo>
                  <a:lnTo>
                    <a:pt x="546587" y="0"/>
                  </a:lnTo>
                  <a:lnTo>
                    <a:pt x="556347" y="0"/>
                  </a:lnTo>
                  <a:lnTo>
                    <a:pt x="566107" y="0"/>
                  </a:lnTo>
                  <a:lnTo>
                    <a:pt x="575868" y="0"/>
                  </a:lnTo>
                  <a:lnTo>
                    <a:pt x="575868" y="316727"/>
                  </a:lnTo>
                  <a:lnTo>
                    <a:pt x="566107" y="316727"/>
                  </a:lnTo>
                  <a:lnTo>
                    <a:pt x="556347" y="316727"/>
                  </a:lnTo>
                  <a:lnTo>
                    <a:pt x="546587" y="316727"/>
                  </a:lnTo>
                  <a:lnTo>
                    <a:pt x="536826" y="316727"/>
                  </a:lnTo>
                  <a:lnTo>
                    <a:pt x="527066" y="316727"/>
                  </a:lnTo>
                  <a:lnTo>
                    <a:pt x="517305" y="316727"/>
                  </a:lnTo>
                  <a:lnTo>
                    <a:pt x="507545" y="316727"/>
                  </a:lnTo>
                  <a:lnTo>
                    <a:pt x="497784" y="316727"/>
                  </a:lnTo>
                  <a:lnTo>
                    <a:pt x="488024" y="316727"/>
                  </a:lnTo>
                  <a:lnTo>
                    <a:pt x="478263" y="316727"/>
                  </a:lnTo>
                  <a:lnTo>
                    <a:pt x="468503" y="316727"/>
                  </a:lnTo>
                  <a:lnTo>
                    <a:pt x="458742" y="316727"/>
                  </a:lnTo>
                  <a:lnTo>
                    <a:pt x="448982" y="316727"/>
                  </a:lnTo>
                  <a:lnTo>
                    <a:pt x="439221" y="316727"/>
                  </a:lnTo>
                  <a:lnTo>
                    <a:pt x="429461" y="316727"/>
                  </a:lnTo>
                  <a:lnTo>
                    <a:pt x="419700" y="316727"/>
                  </a:lnTo>
                  <a:lnTo>
                    <a:pt x="409940" y="316727"/>
                  </a:lnTo>
                  <a:lnTo>
                    <a:pt x="400179" y="316727"/>
                  </a:lnTo>
                  <a:lnTo>
                    <a:pt x="390419" y="316727"/>
                  </a:lnTo>
                  <a:lnTo>
                    <a:pt x="380658" y="316727"/>
                  </a:lnTo>
                  <a:lnTo>
                    <a:pt x="370898" y="316727"/>
                  </a:lnTo>
                  <a:lnTo>
                    <a:pt x="361137" y="316727"/>
                  </a:lnTo>
                  <a:lnTo>
                    <a:pt x="351377" y="316727"/>
                  </a:lnTo>
                  <a:lnTo>
                    <a:pt x="341616" y="316727"/>
                  </a:lnTo>
                  <a:lnTo>
                    <a:pt x="331856" y="316727"/>
                  </a:lnTo>
                  <a:lnTo>
                    <a:pt x="322095" y="316727"/>
                  </a:lnTo>
                  <a:lnTo>
                    <a:pt x="312335" y="316727"/>
                  </a:lnTo>
                  <a:lnTo>
                    <a:pt x="302574" y="316727"/>
                  </a:lnTo>
                  <a:lnTo>
                    <a:pt x="292814" y="316727"/>
                  </a:lnTo>
                  <a:lnTo>
                    <a:pt x="283053" y="316727"/>
                  </a:lnTo>
                  <a:lnTo>
                    <a:pt x="273293" y="316727"/>
                  </a:lnTo>
                  <a:lnTo>
                    <a:pt x="263533" y="316727"/>
                  </a:lnTo>
                  <a:lnTo>
                    <a:pt x="253772" y="316727"/>
                  </a:lnTo>
                  <a:lnTo>
                    <a:pt x="244012" y="316727"/>
                  </a:lnTo>
                  <a:lnTo>
                    <a:pt x="234251" y="316727"/>
                  </a:lnTo>
                  <a:lnTo>
                    <a:pt x="224491" y="316727"/>
                  </a:lnTo>
                  <a:lnTo>
                    <a:pt x="214730" y="316727"/>
                  </a:lnTo>
                  <a:lnTo>
                    <a:pt x="204970" y="316727"/>
                  </a:lnTo>
                  <a:lnTo>
                    <a:pt x="195209" y="316727"/>
                  </a:lnTo>
                  <a:lnTo>
                    <a:pt x="185449" y="316727"/>
                  </a:lnTo>
                  <a:lnTo>
                    <a:pt x="175688" y="316727"/>
                  </a:lnTo>
                  <a:lnTo>
                    <a:pt x="165928" y="316727"/>
                  </a:lnTo>
                  <a:lnTo>
                    <a:pt x="156167" y="316727"/>
                  </a:lnTo>
                  <a:lnTo>
                    <a:pt x="146407" y="316727"/>
                  </a:lnTo>
                  <a:lnTo>
                    <a:pt x="136646" y="316727"/>
                  </a:lnTo>
                  <a:lnTo>
                    <a:pt x="126886" y="316727"/>
                  </a:lnTo>
                  <a:lnTo>
                    <a:pt x="117125" y="316727"/>
                  </a:lnTo>
                  <a:lnTo>
                    <a:pt x="107365" y="316727"/>
                  </a:lnTo>
                  <a:lnTo>
                    <a:pt x="97604" y="316727"/>
                  </a:lnTo>
                  <a:lnTo>
                    <a:pt x="87844" y="316727"/>
                  </a:lnTo>
                  <a:lnTo>
                    <a:pt x="78083" y="316727"/>
                  </a:lnTo>
                  <a:lnTo>
                    <a:pt x="68323" y="316727"/>
                  </a:lnTo>
                  <a:lnTo>
                    <a:pt x="58562" y="316727"/>
                  </a:lnTo>
                  <a:lnTo>
                    <a:pt x="48802" y="316727"/>
                  </a:lnTo>
                  <a:lnTo>
                    <a:pt x="39041" y="316727"/>
                  </a:lnTo>
                  <a:lnTo>
                    <a:pt x="29281" y="316727"/>
                  </a:lnTo>
                  <a:lnTo>
                    <a:pt x="19520" y="316727"/>
                  </a:lnTo>
                  <a:lnTo>
                    <a:pt x="9760" y="316727"/>
                  </a:lnTo>
                  <a:lnTo>
                    <a:pt x="0" y="316727"/>
                  </a:lnTo>
                  <a:close/>
                </a:path>
              </a:pathLst>
            </a:custGeom>
            <a:solidFill>
              <a:srgbClr val="B4D6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pg13"/>
            <p:cNvSpPr/>
            <p:nvPr/>
          </p:nvSpPr>
          <p:spPr>
            <a:xfrm>
              <a:off x="648896" y="3280174"/>
              <a:ext cx="1079753" cy="935786"/>
            </a:xfrm>
            <a:custGeom>
              <a:avLst/>
              <a:pathLst>
                <a:path w="1079753" h="935786">
                  <a:moveTo>
                    <a:pt x="1079753" y="86380"/>
                  </a:moveTo>
                  <a:lnTo>
                    <a:pt x="1077587" y="67158"/>
                  </a:lnTo>
                  <a:lnTo>
                    <a:pt x="1071199" y="48901"/>
                  </a:lnTo>
                  <a:lnTo>
                    <a:pt x="1060907" y="32523"/>
                  </a:lnTo>
                  <a:lnTo>
                    <a:pt x="1047230" y="18845"/>
                  </a:lnTo>
                  <a:lnTo>
                    <a:pt x="1030852" y="8554"/>
                  </a:lnTo>
                  <a:lnTo>
                    <a:pt x="1012594" y="2165"/>
                  </a:lnTo>
                  <a:lnTo>
                    <a:pt x="993373" y="0"/>
                  </a:lnTo>
                  <a:lnTo>
                    <a:pt x="86380" y="0"/>
                  </a:lnTo>
                  <a:lnTo>
                    <a:pt x="67158" y="2165"/>
                  </a:lnTo>
                  <a:lnTo>
                    <a:pt x="48901" y="8554"/>
                  </a:lnTo>
                  <a:lnTo>
                    <a:pt x="32523" y="18845"/>
                  </a:lnTo>
                  <a:lnTo>
                    <a:pt x="18845" y="32523"/>
                  </a:lnTo>
                  <a:lnTo>
                    <a:pt x="8554" y="48901"/>
                  </a:lnTo>
                  <a:lnTo>
                    <a:pt x="2165" y="67158"/>
                  </a:lnTo>
                  <a:lnTo>
                    <a:pt x="0" y="86380"/>
                  </a:lnTo>
                  <a:lnTo>
                    <a:pt x="0" y="849405"/>
                  </a:lnTo>
                  <a:lnTo>
                    <a:pt x="2165" y="868627"/>
                  </a:lnTo>
                  <a:lnTo>
                    <a:pt x="8554" y="886884"/>
                  </a:lnTo>
                  <a:lnTo>
                    <a:pt x="18845" y="903263"/>
                  </a:lnTo>
                  <a:lnTo>
                    <a:pt x="32523" y="916940"/>
                  </a:lnTo>
                  <a:lnTo>
                    <a:pt x="48901" y="927231"/>
                  </a:lnTo>
                  <a:lnTo>
                    <a:pt x="67158" y="933620"/>
                  </a:lnTo>
                  <a:lnTo>
                    <a:pt x="86380" y="935786"/>
                  </a:lnTo>
                  <a:lnTo>
                    <a:pt x="993373" y="935786"/>
                  </a:lnTo>
                  <a:lnTo>
                    <a:pt x="1012594" y="933620"/>
                  </a:lnTo>
                  <a:lnTo>
                    <a:pt x="1030852" y="927231"/>
                  </a:lnTo>
                  <a:lnTo>
                    <a:pt x="1047230" y="916940"/>
                  </a:lnTo>
                  <a:lnTo>
                    <a:pt x="1060907" y="903263"/>
                  </a:lnTo>
                  <a:lnTo>
                    <a:pt x="1071199" y="886884"/>
                  </a:lnTo>
                  <a:lnTo>
                    <a:pt x="1077587" y="868627"/>
                  </a:lnTo>
                  <a:lnTo>
                    <a:pt x="1079753" y="849405"/>
                  </a:lnTo>
                  <a:close/>
                </a:path>
              </a:pathLst>
            </a:custGeom>
            <a:solidFill>
              <a:srgbClr val="E3E3E3">
                <a:alpha val="100000"/>
              </a:srgbClr>
            </a:solidFill>
            <a:ln w="21681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4"/>
            <p:cNvSpPr/>
            <p:nvPr/>
          </p:nvSpPr>
          <p:spPr>
            <a:xfrm>
              <a:off x="2304517" y="2308396"/>
              <a:ext cx="1367687" cy="719835"/>
            </a:xfrm>
            <a:custGeom>
              <a:avLst/>
              <a:pathLst>
                <a:path w="1367687" h="719835">
                  <a:moveTo>
                    <a:pt x="1367687" y="86380"/>
                  </a:moveTo>
                  <a:lnTo>
                    <a:pt x="1365521" y="67158"/>
                  </a:lnTo>
                  <a:lnTo>
                    <a:pt x="1359133" y="48901"/>
                  </a:lnTo>
                  <a:lnTo>
                    <a:pt x="1348842" y="32523"/>
                  </a:lnTo>
                  <a:lnTo>
                    <a:pt x="1335164" y="18845"/>
                  </a:lnTo>
                  <a:lnTo>
                    <a:pt x="1318786" y="8554"/>
                  </a:lnTo>
                  <a:lnTo>
                    <a:pt x="1300528" y="2165"/>
                  </a:lnTo>
                  <a:lnTo>
                    <a:pt x="1281307" y="0"/>
                  </a:lnTo>
                  <a:lnTo>
                    <a:pt x="86380" y="0"/>
                  </a:lnTo>
                  <a:lnTo>
                    <a:pt x="67158" y="2165"/>
                  </a:lnTo>
                  <a:lnTo>
                    <a:pt x="48901" y="8554"/>
                  </a:lnTo>
                  <a:lnTo>
                    <a:pt x="32523" y="18845"/>
                  </a:lnTo>
                  <a:lnTo>
                    <a:pt x="18845" y="32523"/>
                  </a:lnTo>
                  <a:lnTo>
                    <a:pt x="8554" y="48901"/>
                  </a:lnTo>
                  <a:lnTo>
                    <a:pt x="2165" y="67158"/>
                  </a:lnTo>
                  <a:lnTo>
                    <a:pt x="0" y="86380"/>
                  </a:lnTo>
                  <a:lnTo>
                    <a:pt x="0" y="633455"/>
                  </a:lnTo>
                  <a:lnTo>
                    <a:pt x="2165" y="652676"/>
                  </a:lnTo>
                  <a:lnTo>
                    <a:pt x="8554" y="670934"/>
                  </a:lnTo>
                  <a:lnTo>
                    <a:pt x="18845" y="687312"/>
                  </a:lnTo>
                  <a:lnTo>
                    <a:pt x="32523" y="700990"/>
                  </a:lnTo>
                  <a:lnTo>
                    <a:pt x="48901" y="711281"/>
                  </a:lnTo>
                  <a:lnTo>
                    <a:pt x="67158" y="717669"/>
                  </a:lnTo>
                  <a:lnTo>
                    <a:pt x="86380" y="719835"/>
                  </a:lnTo>
                  <a:lnTo>
                    <a:pt x="1281307" y="719835"/>
                  </a:lnTo>
                  <a:lnTo>
                    <a:pt x="1300528" y="717669"/>
                  </a:lnTo>
                  <a:lnTo>
                    <a:pt x="1318786" y="711281"/>
                  </a:lnTo>
                  <a:lnTo>
                    <a:pt x="1335164" y="700990"/>
                  </a:lnTo>
                  <a:lnTo>
                    <a:pt x="1348842" y="687312"/>
                  </a:lnTo>
                  <a:lnTo>
                    <a:pt x="1359133" y="670934"/>
                  </a:lnTo>
                  <a:lnTo>
                    <a:pt x="1365521" y="652676"/>
                  </a:lnTo>
                  <a:lnTo>
                    <a:pt x="1367687" y="633455"/>
                  </a:lnTo>
                  <a:close/>
                </a:path>
              </a:pathLst>
            </a:custGeom>
            <a:solidFill>
              <a:srgbClr val="D6E4F7">
                <a:alpha val="100000"/>
              </a:srgbClr>
            </a:solidFill>
            <a:ln w="21681" cap="flat">
              <a:solidFill>
                <a:srgbClr val="2F5FA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5"/>
            <p:cNvSpPr/>
            <p:nvPr/>
          </p:nvSpPr>
          <p:spPr>
            <a:xfrm>
              <a:off x="2304517" y="4467903"/>
              <a:ext cx="1367687" cy="719835"/>
            </a:xfrm>
            <a:custGeom>
              <a:avLst/>
              <a:pathLst>
                <a:path w="1367687" h="719835">
                  <a:moveTo>
                    <a:pt x="1367687" y="86380"/>
                  </a:moveTo>
                  <a:lnTo>
                    <a:pt x="1365521" y="67158"/>
                  </a:lnTo>
                  <a:lnTo>
                    <a:pt x="1359133" y="48901"/>
                  </a:lnTo>
                  <a:lnTo>
                    <a:pt x="1348842" y="32523"/>
                  </a:lnTo>
                  <a:lnTo>
                    <a:pt x="1335164" y="18845"/>
                  </a:lnTo>
                  <a:lnTo>
                    <a:pt x="1318786" y="8554"/>
                  </a:lnTo>
                  <a:lnTo>
                    <a:pt x="1300528" y="2165"/>
                  </a:lnTo>
                  <a:lnTo>
                    <a:pt x="1281307" y="0"/>
                  </a:lnTo>
                  <a:lnTo>
                    <a:pt x="86380" y="0"/>
                  </a:lnTo>
                  <a:lnTo>
                    <a:pt x="67158" y="2165"/>
                  </a:lnTo>
                  <a:lnTo>
                    <a:pt x="48901" y="8554"/>
                  </a:lnTo>
                  <a:lnTo>
                    <a:pt x="32523" y="18845"/>
                  </a:lnTo>
                  <a:lnTo>
                    <a:pt x="18845" y="32523"/>
                  </a:lnTo>
                  <a:lnTo>
                    <a:pt x="8554" y="48901"/>
                  </a:lnTo>
                  <a:lnTo>
                    <a:pt x="2165" y="67158"/>
                  </a:lnTo>
                  <a:lnTo>
                    <a:pt x="0" y="86380"/>
                  </a:lnTo>
                  <a:lnTo>
                    <a:pt x="0" y="633455"/>
                  </a:lnTo>
                  <a:lnTo>
                    <a:pt x="2165" y="652676"/>
                  </a:lnTo>
                  <a:lnTo>
                    <a:pt x="8554" y="670934"/>
                  </a:lnTo>
                  <a:lnTo>
                    <a:pt x="18845" y="687312"/>
                  </a:lnTo>
                  <a:lnTo>
                    <a:pt x="32523" y="700990"/>
                  </a:lnTo>
                  <a:lnTo>
                    <a:pt x="48901" y="711281"/>
                  </a:lnTo>
                  <a:lnTo>
                    <a:pt x="67158" y="717669"/>
                  </a:lnTo>
                  <a:lnTo>
                    <a:pt x="86380" y="719835"/>
                  </a:lnTo>
                  <a:lnTo>
                    <a:pt x="1281307" y="719835"/>
                  </a:lnTo>
                  <a:lnTo>
                    <a:pt x="1300528" y="717669"/>
                  </a:lnTo>
                  <a:lnTo>
                    <a:pt x="1318786" y="711281"/>
                  </a:lnTo>
                  <a:lnTo>
                    <a:pt x="1335164" y="700990"/>
                  </a:lnTo>
                  <a:lnTo>
                    <a:pt x="1348842" y="687312"/>
                  </a:lnTo>
                  <a:lnTo>
                    <a:pt x="1359133" y="670934"/>
                  </a:lnTo>
                  <a:lnTo>
                    <a:pt x="1365521" y="652676"/>
                  </a:lnTo>
                  <a:lnTo>
                    <a:pt x="1367687" y="633455"/>
                  </a:lnTo>
                  <a:close/>
                </a:path>
              </a:pathLst>
            </a:custGeom>
            <a:solidFill>
              <a:srgbClr val="D8EED2">
                <a:alpha val="100000"/>
              </a:srgbClr>
            </a:solidFill>
            <a:ln w="21681" cap="flat">
              <a:solidFill>
                <a:srgbClr val="2E7D3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6"/>
            <p:cNvSpPr/>
            <p:nvPr/>
          </p:nvSpPr>
          <p:spPr>
            <a:xfrm>
              <a:off x="4176090" y="1768520"/>
              <a:ext cx="1439671" cy="719835"/>
            </a:xfrm>
            <a:custGeom>
              <a:avLst/>
              <a:pathLst>
                <a:path w="1439671" h="719835">
                  <a:moveTo>
                    <a:pt x="1439671" y="86380"/>
                  </a:moveTo>
                  <a:lnTo>
                    <a:pt x="1437505" y="67158"/>
                  </a:lnTo>
                  <a:lnTo>
                    <a:pt x="1431116" y="48901"/>
                  </a:lnTo>
                  <a:lnTo>
                    <a:pt x="1420825" y="32523"/>
                  </a:lnTo>
                  <a:lnTo>
                    <a:pt x="1407148" y="18845"/>
                  </a:lnTo>
                  <a:lnTo>
                    <a:pt x="1390769" y="8554"/>
                  </a:lnTo>
                  <a:lnTo>
                    <a:pt x="1372512" y="2165"/>
                  </a:lnTo>
                  <a:lnTo>
                    <a:pt x="1353290" y="0"/>
                  </a:lnTo>
                  <a:lnTo>
                    <a:pt x="86380" y="0"/>
                  </a:lnTo>
                  <a:lnTo>
                    <a:pt x="67158" y="2165"/>
                  </a:lnTo>
                  <a:lnTo>
                    <a:pt x="48901" y="8554"/>
                  </a:lnTo>
                  <a:lnTo>
                    <a:pt x="32523" y="18845"/>
                  </a:lnTo>
                  <a:lnTo>
                    <a:pt x="18845" y="32523"/>
                  </a:lnTo>
                  <a:lnTo>
                    <a:pt x="8554" y="48901"/>
                  </a:lnTo>
                  <a:lnTo>
                    <a:pt x="2165" y="67158"/>
                  </a:lnTo>
                  <a:lnTo>
                    <a:pt x="0" y="86380"/>
                  </a:lnTo>
                  <a:lnTo>
                    <a:pt x="0" y="633455"/>
                  </a:lnTo>
                  <a:lnTo>
                    <a:pt x="2165" y="652676"/>
                  </a:lnTo>
                  <a:lnTo>
                    <a:pt x="8554" y="670934"/>
                  </a:lnTo>
                  <a:lnTo>
                    <a:pt x="18845" y="687312"/>
                  </a:lnTo>
                  <a:lnTo>
                    <a:pt x="32523" y="700990"/>
                  </a:lnTo>
                  <a:lnTo>
                    <a:pt x="48901" y="711281"/>
                  </a:lnTo>
                  <a:lnTo>
                    <a:pt x="67158" y="717669"/>
                  </a:lnTo>
                  <a:lnTo>
                    <a:pt x="86380" y="719835"/>
                  </a:lnTo>
                  <a:lnTo>
                    <a:pt x="1353290" y="719835"/>
                  </a:lnTo>
                  <a:lnTo>
                    <a:pt x="1372512" y="717669"/>
                  </a:lnTo>
                  <a:lnTo>
                    <a:pt x="1390769" y="711281"/>
                  </a:lnTo>
                  <a:lnTo>
                    <a:pt x="1407148" y="700990"/>
                  </a:lnTo>
                  <a:lnTo>
                    <a:pt x="1420825" y="687312"/>
                  </a:lnTo>
                  <a:lnTo>
                    <a:pt x="1431116" y="670934"/>
                  </a:lnTo>
                  <a:lnTo>
                    <a:pt x="1437505" y="652676"/>
                  </a:lnTo>
                  <a:lnTo>
                    <a:pt x="1439671" y="633455"/>
                  </a:lnTo>
                  <a:close/>
                </a:path>
              </a:pathLst>
            </a:custGeom>
            <a:solidFill>
              <a:srgbClr val="F9CFCA">
                <a:alpha val="100000"/>
              </a:srgbClr>
            </a:solidFill>
            <a:ln w="21681" cap="flat">
              <a:solidFill>
                <a:srgbClr val="D953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7"/>
            <p:cNvSpPr/>
            <p:nvPr/>
          </p:nvSpPr>
          <p:spPr>
            <a:xfrm>
              <a:off x="4176090" y="2848273"/>
              <a:ext cx="1439671" cy="719835"/>
            </a:xfrm>
            <a:custGeom>
              <a:avLst/>
              <a:pathLst>
                <a:path w="1439671" h="719835">
                  <a:moveTo>
                    <a:pt x="1439671" y="86380"/>
                  </a:moveTo>
                  <a:lnTo>
                    <a:pt x="1437505" y="67158"/>
                  </a:lnTo>
                  <a:lnTo>
                    <a:pt x="1431116" y="48901"/>
                  </a:lnTo>
                  <a:lnTo>
                    <a:pt x="1420825" y="32523"/>
                  </a:lnTo>
                  <a:lnTo>
                    <a:pt x="1407148" y="18845"/>
                  </a:lnTo>
                  <a:lnTo>
                    <a:pt x="1390769" y="8554"/>
                  </a:lnTo>
                  <a:lnTo>
                    <a:pt x="1372512" y="2165"/>
                  </a:lnTo>
                  <a:lnTo>
                    <a:pt x="1353290" y="0"/>
                  </a:lnTo>
                  <a:lnTo>
                    <a:pt x="86380" y="0"/>
                  </a:lnTo>
                  <a:lnTo>
                    <a:pt x="67158" y="2165"/>
                  </a:lnTo>
                  <a:lnTo>
                    <a:pt x="48901" y="8554"/>
                  </a:lnTo>
                  <a:lnTo>
                    <a:pt x="32523" y="18845"/>
                  </a:lnTo>
                  <a:lnTo>
                    <a:pt x="18845" y="32523"/>
                  </a:lnTo>
                  <a:lnTo>
                    <a:pt x="8554" y="48901"/>
                  </a:lnTo>
                  <a:lnTo>
                    <a:pt x="2165" y="67158"/>
                  </a:lnTo>
                  <a:lnTo>
                    <a:pt x="0" y="86380"/>
                  </a:lnTo>
                  <a:lnTo>
                    <a:pt x="0" y="633455"/>
                  </a:lnTo>
                  <a:lnTo>
                    <a:pt x="2165" y="652676"/>
                  </a:lnTo>
                  <a:lnTo>
                    <a:pt x="8554" y="670934"/>
                  </a:lnTo>
                  <a:lnTo>
                    <a:pt x="18845" y="687312"/>
                  </a:lnTo>
                  <a:lnTo>
                    <a:pt x="32523" y="700990"/>
                  </a:lnTo>
                  <a:lnTo>
                    <a:pt x="48901" y="711281"/>
                  </a:lnTo>
                  <a:lnTo>
                    <a:pt x="67158" y="717669"/>
                  </a:lnTo>
                  <a:lnTo>
                    <a:pt x="86380" y="719835"/>
                  </a:lnTo>
                  <a:lnTo>
                    <a:pt x="1353290" y="719835"/>
                  </a:lnTo>
                  <a:lnTo>
                    <a:pt x="1372512" y="717669"/>
                  </a:lnTo>
                  <a:lnTo>
                    <a:pt x="1390769" y="711281"/>
                  </a:lnTo>
                  <a:lnTo>
                    <a:pt x="1407148" y="700990"/>
                  </a:lnTo>
                  <a:lnTo>
                    <a:pt x="1420825" y="687312"/>
                  </a:lnTo>
                  <a:lnTo>
                    <a:pt x="1431116" y="670934"/>
                  </a:lnTo>
                  <a:lnTo>
                    <a:pt x="1437505" y="652676"/>
                  </a:lnTo>
                  <a:lnTo>
                    <a:pt x="1439671" y="633455"/>
                  </a:lnTo>
                  <a:close/>
                </a:path>
              </a:pathLst>
            </a:custGeom>
            <a:solidFill>
              <a:srgbClr val="DBE8F9">
                <a:alpha val="100000"/>
              </a:srgbClr>
            </a:solidFill>
            <a:ln w="21681" cap="flat">
              <a:solidFill>
                <a:srgbClr val="4A83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8"/>
            <p:cNvSpPr/>
            <p:nvPr/>
          </p:nvSpPr>
          <p:spPr>
            <a:xfrm>
              <a:off x="4176090" y="3928026"/>
              <a:ext cx="1439671" cy="719835"/>
            </a:xfrm>
            <a:custGeom>
              <a:avLst/>
              <a:pathLst>
                <a:path w="1439671" h="719835">
                  <a:moveTo>
                    <a:pt x="1439671" y="86380"/>
                  </a:moveTo>
                  <a:lnTo>
                    <a:pt x="1437505" y="67158"/>
                  </a:lnTo>
                  <a:lnTo>
                    <a:pt x="1431116" y="48901"/>
                  </a:lnTo>
                  <a:lnTo>
                    <a:pt x="1420825" y="32523"/>
                  </a:lnTo>
                  <a:lnTo>
                    <a:pt x="1407148" y="18845"/>
                  </a:lnTo>
                  <a:lnTo>
                    <a:pt x="1390769" y="8554"/>
                  </a:lnTo>
                  <a:lnTo>
                    <a:pt x="1372512" y="2165"/>
                  </a:lnTo>
                  <a:lnTo>
                    <a:pt x="1353290" y="0"/>
                  </a:lnTo>
                  <a:lnTo>
                    <a:pt x="86380" y="0"/>
                  </a:lnTo>
                  <a:lnTo>
                    <a:pt x="67158" y="2165"/>
                  </a:lnTo>
                  <a:lnTo>
                    <a:pt x="48901" y="8554"/>
                  </a:lnTo>
                  <a:lnTo>
                    <a:pt x="32523" y="18845"/>
                  </a:lnTo>
                  <a:lnTo>
                    <a:pt x="18845" y="32523"/>
                  </a:lnTo>
                  <a:lnTo>
                    <a:pt x="8554" y="48901"/>
                  </a:lnTo>
                  <a:lnTo>
                    <a:pt x="2165" y="67158"/>
                  </a:lnTo>
                  <a:lnTo>
                    <a:pt x="0" y="86380"/>
                  </a:lnTo>
                  <a:lnTo>
                    <a:pt x="0" y="633455"/>
                  </a:lnTo>
                  <a:lnTo>
                    <a:pt x="2165" y="652676"/>
                  </a:lnTo>
                  <a:lnTo>
                    <a:pt x="8554" y="670934"/>
                  </a:lnTo>
                  <a:lnTo>
                    <a:pt x="18845" y="687312"/>
                  </a:lnTo>
                  <a:lnTo>
                    <a:pt x="32523" y="700990"/>
                  </a:lnTo>
                  <a:lnTo>
                    <a:pt x="48901" y="711281"/>
                  </a:lnTo>
                  <a:lnTo>
                    <a:pt x="67158" y="717669"/>
                  </a:lnTo>
                  <a:lnTo>
                    <a:pt x="86380" y="719835"/>
                  </a:lnTo>
                  <a:lnTo>
                    <a:pt x="1353290" y="719835"/>
                  </a:lnTo>
                  <a:lnTo>
                    <a:pt x="1372512" y="717669"/>
                  </a:lnTo>
                  <a:lnTo>
                    <a:pt x="1390769" y="711281"/>
                  </a:lnTo>
                  <a:lnTo>
                    <a:pt x="1407148" y="700990"/>
                  </a:lnTo>
                  <a:lnTo>
                    <a:pt x="1420825" y="687312"/>
                  </a:lnTo>
                  <a:lnTo>
                    <a:pt x="1431116" y="670934"/>
                  </a:lnTo>
                  <a:lnTo>
                    <a:pt x="1437505" y="652676"/>
                  </a:lnTo>
                  <a:lnTo>
                    <a:pt x="1439671" y="633455"/>
                  </a:lnTo>
                  <a:close/>
                </a:path>
              </a:pathLst>
            </a:custGeom>
            <a:solidFill>
              <a:srgbClr val="FCDCC9">
                <a:alpha val="100000"/>
              </a:srgbClr>
            </a:solidFill>
            <a:ln w="21681" cap="flat">
              <a:solidFill>
                <a:srgbClr val="E877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19"/>
            <p:cNvSpPr/>
            <p:nvPr/>
          </p:nvSpPr>
          <p:spPr>
            <a:xfrm>
              <a:off x="4176090" y="5007780"/>
              <a:ext cx="1439671" cy="719835"/>
            </a:xfrm>
            <a:custGeom>
              <a:avLst/>
              <a:pathLst>
                <a:path w="1439671" h="719835">
                  <a:moveTo>
                    <a:pt x="1439671" y="86380"/>
                  </a:moveTo>
                  <a:lnTo>
                    <a:pt x="1437505" y="67158"/>
                  </a:lnTo>
                  <a:lnTo>
                    <a:pt x="1431116" y="48901"/>
                  </a:lnTo>
                  <a:lnTo>
                    <a:pt x="1420825" y="32523"/>
                  </a:lnTo>
                  <a:lnTo>
                    <a:pt x="1407148" y="18845"/>
                  </a:lnTo>
                  <a:lnTo>
                    <a:pt x="1390769" y="8554"/>
                  </a:lnTo>
                  <a:lnTo>
                    <a:pt x="1372512" y="2165"/>
                  </a:lnTo>
                  <a:lnTo>
                    <a:pt x="1353290" y="0"/>
                  </a:lnTo>
                  <a:lnTo>
                    <a:pt x="86380" y="0"/>
                  </a:lnTo>
                  <a:lnTo>
                    <a:pt x="67158" y="2165"/>
                  </a:lnTo>
                  <a:lnTo>
                    <a:pt x="48901" y="8554"/>
                  </a:lnTo>
                  <a:lnTo>
                    <a:pt x="32523" y="18845"/>
                  </a:lnTo>
                  <a:lnTo>
                    <a:pt x="18845" y="32523"/>
                  </a:lnTo>
                  <a:lnTo>
                    <a:pt x="8554" y="48901"/>
                  </a:lnTo>
                  <a:lnTo>
                    <a:pt x="2165" y="67158"/>
                  </a:lnTo>
                  <a:lnTo>
                    <a:pt x="0" y="86380"/>
                  </a:lnTo>
                  <a:lnTo>
                    <a:pt x="0" y="633455"/>
                  </a:lnTo>
                  <a:lnTo>
                    <a:pt x="2165" y="652676"/>
                  </a:lnTo>
                  <a:lnTo>
                    <a:pt x="8554" y="670934"/>
                  </a:lnTo>
                  <a:lnTo>
                    <a:pt x="18845" y="687312"/>
                  </a:lnTo>
                  <a:lnTo>
                    <a:pt x="32523" y="700990"/>
                  </a:lnTo>
                  <a:lnTo>
                    <a:pt x="48901" y="711281"/>
                  </a:lnTo>
                  <a:lnTo>
                    <a:pt x="67158" y="717669"/>
                  </a:lnTo>
                  <a:lnTo>
                    <a:pt x="86380" y="719835"/>
                  </a:lnTo>
                  <a:lnTo>
                    <a:pt x="1353290" y="719835"/>
                  </a:lnTo>
                  <a:lnTo>
                    <a:pt x="1372512" y="717669"/>
                  </a:lnTo>
                  <a:lnTo>
                    <a:pt x="1390769" y="711281"/>
                  </a:lnTo>
                  <a:lnTo>
                    <a:pt x="1407148" y="700990"/>
                  </a:lnTo>
                  <a:lnTo>
                    <a:pt x="1420825" y="687312"/>
                  </a:lnTo>
                  <a:lnTo>
                    <a:pt x="1431116" y="670934"/>
                  </a:lnTo>
                  <a:lnTo>
                    <a:pt x="1437505" y="652676"/>
                  </a:lnTo>
                  <a:lnTo>
                    <a:pt x="1439671" y="633455"/>
                  </a:lnTo>
                  <a:close/>
                </a:path>
              </a:pathLst>
            </a:custGeom>
            <a:solidFill>
              <a:srgbClr val="E0F2DB">
                <a:alpha val="100000"/>
              </a:srgbClr>
            </a:solidFill>
            <a:ln w="21681" cap="flat">
              <a:solidFill>
                <a:srgbClr val="5AA6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0"/>
            <p:cNvSpPr/>
            <p:nvPr/>
          </p:nvSpPr>
          <p:spPr>
            <a:xfrm>
              <a:off x="6047662" y="1678540"/>
              <a:ext cx="2447440" cy="899794"/>
            </a:xfrm>
            <a:custGeom>
              <a:avLst/>
              <a:pathLst>
                <a:path w="2447440" h="899794">
                  <a:moveTo>
                    <a:pt x="2447440" y="86380"/>
                  </a:moveTo>
                  <a:lnTo>
                    <a:pt x="2445275" y="67158"/>
                  </a:lnTo>
                  <a:lnTo>
                    <a:pt x="2438886" y="48901"/>
                  </a:lnTo>
                  <a:lnTo>
                    <a:pt x="2428595" y="32523"/>
                  </a:lnTo>
                  <a:lnTo>
                    <a:pt x="2414917" y="18845"/>
                  </a:lnTo>
                  <a:lnTo>
                    <a:pt x="2398539" y="8554"/>
                  </a:lnTo>
                  <a:lnTo>
                    <a:pt x="2380282" y="2165"/>
                  </a:lnTo>
                  <a:lnTo>
                    <a:pt x="2361060" y="0"/>
                  </a:lnTo>
                  <a:lnTo>
                    <a:pt x="86380" y="0"/>
                  </a:lnTo>
                  <a:lnTo>
                    <a:pt x="67158" y="2165"/>
                  </a:lnTo>
                  <a:lnTo>
                    <a:pt x="48901" y="8554"/>
                  </a:lnTo>
                  <a:lnTo>
                    <a:pt x="32523" y="18845"/>
                  </a:lnTo>
                  <a:lnTo>
                    <a:pt x="18845" y="32523"/>
                  </a:lnTo>
                  <a:lnTo>
                    <a:pt x="8554" y="48901"/>
                  </a:lnTo>
                  <a:lnTo>
                    <a:pt x="2165" y="67158"/>
                  </a:lnTo>
                  <a:lnTo>
                    <a:pt x="0" y="86380"/>
                  </a:lnTo>
                  <a:lnTo>
                    <a:pt x="0" y="813414"/>
                  </a:lnTo>
                  <a:lnTo>
                    <a:pt x="2165" y="832635"/>
                  </a:lnTo>
                  <a:lnTo>
                    <a:pt x="8554" y="850893"/>
                  </a:lnTo>
                  <a:lnTo>
                    <a:pt x="18845" y="867271"/>
                  </a:lnTo>
                  <a:lnTo>
                    <a:pt x="32523" y="880948"/>
                  </a:lnTo>
                  <a:lnTo>
                    <a:pt x="48901" y="891240"/>
                  </a:lnTo>
                  <a:lnTo>
                    <a:pt x="67158" y="897628"/>
                  </a:lnTo>
                  <a:lnTo>
                    <a:pt x="86380" y="899794"/>
                  </a:lnTo>
                  <a:lnTo>
                    <a:pt x="2361060" y="899794"/>
                  </a:lnTo>
                  <a:lnTo>
                    <a:pt x="2380282" y="897628"/>
                  </a:lnTo>
                  <a:lnTo>
                    <a:pt x="2398539" y="891240"/>
                  </a:lnTo>
                  <a:lnTo>
                    <a:pt x="2414917" y="880948"/>
                  </a:lnTo>
                  <a:lnTo>
                    <a:pt x="2428595" y="867271"/>
                  </a:lnTo>
                  <a:lnTo>
                    <a:pt x="2438886" y="850893"/>
                  </a:lnTo>
                  <a:lnTo>
                    <a:pt x="2445275" y="832635"/>
                  </a:lnTo>
                  <a:lnTo>
                    <a:pt x="2447440" y="813414"/>
                  </a:lnTo>
                  <a:close/>
                </a:path>
              </a:pathLst>
            </a:custGeom>
            <a:solidFill>
              <a:srgbClr val="FCE9E7">
                <a:alpha val="100000"/>
              </a:srgbClr>
            </a:solidFill>
            <a:ln w="21681" cap="flat">
              <a:solidFill>
                <a:srgbClr val="E68F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1"/>
            <p:cNvSpPr/>
            <p:nvPr/>
          </p:nvSpPr>
          <p:spPr>
            <a:xfrm>
              <a:off x="6047662" y="2758294"/>
              <a:ext cx="2447440" cy="899794"/>
            </a:xfrm>
            <a:custGeom>
              <a:avLst/>
              <a:pathLst>
                <a:path w="2447440" h="899794">
                  <a:moveTo>
                    <a:pt x="2447440" y="86380"/>
                  </a:moveTo>
                  <a:lnTo>
                    <a:pt x="2445275" y="67158"/>
                  </a:lnTo>
                  <a:lnTo>
                    <a:pt x="2438886" y="48901"/>
                  </a:lnTo>
                  <a:lnTo>
                    <a:pt x="2428595" y="32523"/>
                  </a:lnTo>
                  <a:lnTo>
                    <a:pt x="2414917" y="18845"/>
                  </a:lnTo>
                  <a:lnTo>
                    <a:pt x="2398539" y="8554"/>
                  </a:lnTo>
                  <a:lnTo>
                    <a:pt x="2380282" y="2165"/>
                  </a:lnTo>
                  <a:lnTo>
                    <a:pt x="2361060" y="0"/>
                  </a:lnTo>
                  <a:lnTo>
                    <a:pt x="86380" y="0"/>
                  </a:lnTo>
                  <a:lnTo>
                    <a:pt x="67158" y="2165"/>
                  </a:lnTo>
                  <a:lnTo>
                    <a:pt x="48901" y="8554"/>
                  </a:lnTo>
                  <a:lnTo>
                    <a:pt x="32523" y="18845"/>
                  </a:lnTo>
                  <a:lnTo>
                    <a:pt x="18845" y="32523"/>
                  </a:lnTo>
                  <a:lnTo>
                    <a:pt x="8554" y="48901"/>
                  </a:lnTo>
                  <a:lnTo>
                    <a:pt x="2165" y="67158"/>
                  </a:lnTo>
                  <a:lnTo>
                    <a:pt x="0" y="86380"/>
                  </a:lnTo>
                  <a:lnTo>
                    <a:pt x="0" y="813414"/>
                  </a:lnTo>
                  <a:lnTo>
                    <a:pt x="2165" y="832635"/>
                  </a:lnTo>
                  <a:lnTo>
                    <a:pt x="8554" y="850893"/>
                  </a:lnTo>
                  <a:lnTo>
                    <a:pt x="18845" y="867271"/>
                  </a:lnTo>
                  <a:lnTo>
                    <a:pt x="32523" y="880948"/>
                  </a:lnTo>
                  <a:lnTo>
                    <a:pt x="48901" y="891240"/>
                  </a:lnTo>
                  <a:lnTo>
                    <a:pt x="67158" y="897628"/>
                  </a:lnTo>
                  <a:lnTo>
                    <a:pt x="86380" y="899794"/>
                  </a:lnTo>
                  <a:lnTo>
                    <a:pt x="2361060" y="899794"/>
                  </a:lnTo>
                  <a:lnTo>
                    <a:pt x="2380282" y="897628"/>
                  </a:lnTo>
                  <a:lnTo>
                    <a:pt x="2398539" y="891240"/>
                  </a:lnTo>
                  <a:lnTo>
                    <a:pt x="2414917" y="880948"/>
                  </a:lnTo>
                  <a:lnTo>
                    <a:pt x="2428595" y="867271"/>
                  </a:lnTo>
                  <a:lnTo>
                    <a:pt x="2438886" y="850893"/>
                  </a:lnTo>
                  <a:lnTo>
                    <a:pt x="2445275" y="832635"/>
                  </a:lnTo>
                  <a:lnTo>
                    <a:pt x="2447440" y="813414"/>
                  </a:lnTo>
                  <a:close/>
                </a:path>
              </a:pathLst>
            </a:custGeom>
            <a:solidFill>
              <a:srgbClr val="EEF4FC">
                <a:alpha val="100000"/>
              </a:srgbClr>
            </a:solidFill>
            <a:ln w="21681" cap="flat">
              <a:solidFill>
                <a:srgbClr val="89AEE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2"/>
            <p:cNvSpPr/>
            <p:nvPr/>
          </p:nvSpPr>
          <p:spPr>
            <a:xfrm>
              <a:off x="6047662" y="3838047"/>
              <a:ext cx="2447440" cy="899794"/>
            </a:xfrm>
            <a:custGeom>
              <a:avLst/>
              <a:pathLst>
                <a:path w="2447440" h="899794">
                  <a:moveTo>
                    <a:pt x="2447440" y="86380"/>
                  </a:moveTo>
                  <a:lnTo>
                    <a:pt x="2445275" y="67158"/>
                  </a:lnTo>
                  <a:lnTo>
                    <a:pt x="2438886" y="48901"/>
                  </a:lnTo>
                  <a:lnTo>
                    <a:pt x="2428595" y="32523"/>
                  </a:lnTo>
                  <a:lnTo>
                    <a:pt x="2414917" y="18845"/>
                  </a:lnTo>
                  <a:lnTo>
                    <a:pt x="2398539" y="8554"/>
                  </a:lnTo>
                  <a:lnTo>
                    <a:pt x="2380282" y="2165"/>
                  </a:lnTo>
                  <a:lnTo>
                    <a:pt x="2361060" y="0"/>
                  </a:lnTo>
                  <a:lnTo>
                    <a:pt x="86380" y="0"/>
                  </a:lnTo>
                  <a:lnTo>
                    <a:pt x="67158" y="2165"/>
                  </a:lnTo>
                  <a:lnTo>
                    <a:pt x="48901" y="8554"/>
                  </a:lnTo>
                  <a:lnTo>
                    <a:pt x="32523" y="18845"/>
                  </a:lnTo>
                  <a:lnTo>
                    <a:pt x="18845" y="32523"/>
                  </a:lnTo>
                  <a:lnTo>
                    <a:pt x="8554" y="48901"/>
                  </a:lnTo>
                  <a:lnTo>
                    <a:pt x="2165" y="67158"/>
                  </a:lnTo>
                  <a:lnTo>
                    <a:pt x="0" y="86380"/>
                  </a:lnTo>
                  <a:lnTo>
                    <a:pt x="0" y="813414"/>
                  </a:lnTo>
                  <a:lnTo>
                    <a:pt x="2165" y="832635"/>
                  </a:lnTo>
                  <a:lnTo>
                    <a:pt x="8554" y="850893"/>
                  </a:lnTo>
                  <a:lnTo>
                    <a:pt x="18845" y="867271"/>
                  </a:lnTo>
                  <a:lnTo>
                    <a:pt x="32523" y="880948"/>
                  </a:lnTo>
                  <a:lnTo>
                    <a:pt x="48901" y="891240"/>
                  </a:lnTo>
                  <a:lnTo>
                    <a:pt x="67158" y="897628"/>
                  </a:lnTo>
                  <a:lnTo>
                    <a:pt x="86380" y="899794"/>
                  </a:lnTo>
                  <a:lnTo>
                    <a:pt x="2361060" y="899794"/>
                  </a:lnTo>
                  <a:lnTo>
                    <a:pt x="2380282" y="897628"/>
                  </a:lnTo>
                  <a:lnTo>
                    <a:pt x="2398539" y="891240"/>
                  </a:lnTo>
                  <a:lnTo>
                    <a:pt x="2414917" y="880948"/>
                  </a:lnTo>
                  <a:lnTo>
                    <a:pt x="2428595" y="867271"/>
                  </a:lnTo>
                  <a:lnTo>
                    <a:pt x="2438886" y="850893"/>
                  </a:lnTo>
                  <a:lnTo>
                    <a:pt x="2445275" y="832635"/>
                  </a:lnTo>
                  <a:lnTo>
                    <a:pt x="2447440" y="813414"/>
                  </a:lnTo>
                  <a:close/>
                </a:path>
              </a:pathLst>
            </a:custGeom>
            <a:solidFill>
              <a:srgbClr val="FDEFE6">
                <a:alpha val="100000"/>
              </a:srgbClr>
            </a:solidFill>
            <a:ln w="21681" cap="flat">
              <a:solidFill>
                <a:srgbClr val="F0A6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3"/>
            <p:cNvSpPr/>
            <p:nvPr/>
          </p:nvSpPr>
          <p:spPr>
            <a:xfrm>
              <a:off x="6047662" y="4917800"/>
              <a:ext cx="2447440" cy="899794"/>
            </a:xfrm>
            <a:custGeom>
              <a:avLst/>
              <a:pathLst>
                <a:path w="2447440" h="899794">
                  <a:moveTo>
                    <a:pt x="2447440" y="86380"/>
                  </a:moveTo>
                  <a:lnTo>
                    <a:pt x="2445275" y="67158"/>
                  </a:lnTo>
                  <a:lnTo>
                    <a:pt x="2438886" y="48901"/>
                  </a:lnTo>
                  <a:lnTo>
                    <a:pt x="2428595" y="32523"/>
                  </a:lnTo>
                  <a:lnTo>
                    <a:pt x="2414917" y="18845"/>
                  </a:lnTo>
                  <a:lnTo>
                    <a:pt x="2398539" y="8554"/>
                  </a:lnTo>
                  <a:lnTo>
                    <a:pt x="2380282" y="2165"/>
                  </a:lnTo>
                  <a:lnTo>
                    <a:pt x="2361060" y="0"/>
                  </a:lnTo>
                  <a:lnTo>
                    <a:pt x="86380" y="0"/>
                  </a:lnTo>
                  <a:lnTo>
                    <a:pt x="67158" y="2165"/>
                  </a:lnTo>
                  <a:lnTo>
                    <a:pt x="48901" y="8554"/>
                  </a:lnTo>
                  <a:lnTo>
                    <a:pt x="32523" y="18845"/>
                  </a:lnTo>
                  <a:lnTo>
                    <a:pt x="18845" y="32523"/>
                  </a:lnTo>
                  <a:lnTo>
                    <a:pt x="8554" y="48901"/>
                  </a:lnTo>
                  <a:lnTo>
                    <a:pt x="2165" y="67158"/>
                  </a:lnTo>
                  <a:lnTo>
                    <a:pt x="0" y="86380"/>
                  </a:lnTo>
                  <a:lnTo>
                    <a:pt x="0" y="813414"/>
                  </a:lnTo>
                  <a:lnTo>
                    <a:pt x="2165" y="832635"/>
                  </a:lnTo>
                  <a:lnTo>
                    <a:pt x="8554" y="850893"/>
                  </a:lnTo>
                  <a:lnTo>
                    <a:pt x="18845" y="867271"/>
                  </a:lnTo>
                  <a:lnTo>
                    <a:pt x="32523" y="880948"/>
                  </a:lnTo>
                  <a:lnTo>
                    <a:pt x="48901" y="891240"/>
                  </a:lnTo>
                  <a:lnTo>
                    <a:pt x="67158" y="897628"/>
                  </a:lnTo>
                  <a:lnTo>
                    <a:pt x="86380" y="899794"/>
                  </a:lnTo>
                  <a:lnTo>
                    <a:pt x="2361060" y="899794"/>
                  </a:lnTo>
                  <a:lnTo>
                    <a:pt x="2380282" y="897628"/>
                  </a:lnTo>
                  <a:lnTo>
                    <a:pt x="2398539" y="891240"/>
                  </a:lnTo>
                  <a:lnTo>
                    <a:pt x="2414917" y="880948"/>
                  </a:lnTo>
                  <a:lnTo>
                    <a:pt x="2428595" y="867271"/>
                  </a:lnTo>
                  <a:lnTo>
                    <a:pt x="2438886" y="850893"/>
                  </a:lnTo>
                  <a:lnTo>
                    <a:pt x="2445275" y="832635"/>
                  </a:lnTo>
                  <a:lnTo>
                    <a:pt x="2447440" y="813414"/>
                  </a:lnTo>
                  <a:close/>
                </a:path>
              </a:pathLst>
            </a:custGeom>
            <a:solidFill>
              <a:srgbClr val="F1F9EE">
                <a:alpha val="100000"/>
              </a:srgbClr>
            </a:solidFill>
            <a:ln w="21681" cap="flat">
              <a:solidFill>
                <a:srgbClr val="93C5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tx24"/>
            <p:cNvSpPr/>
            <p:nvPr/>
          </p:nvSpPr>
          <p:spPr>
            <a:xfrm>
              <a:off x="899685" y="3548185"/>
              <a:ext cx="578175" cy="1118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23" b="1">
                  <a:solidFill>
                    <a:srgbClr val="1F1F1F">
                      <a:alpha val="100000"/>
                    </a:srgbClr>
                  </a:solidFill>
                  <a:latin typeface="Helvetica"/>
                  <a:cs typeface="Helvetica"/>
                </a:rPr>
                <a:t>Non-AH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2444293" y="2488040"/>
              <a:ext cx="1088136" cy="1014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9" b="1">
                  <a:solidFill>
                    <a:srgbClr val="1F1F1F">
                      <a:alpha val="100000"/>
                    </a:srgbClr>
                  </a:solidFill>
                  <a:latin typeface="Helvetica"/>
                  <a:cs typeface="Helvetica"/>
                </a:rPr>
                <a:t>Non-responders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2581225" y="4647547"/>
              <a:ext cx="814273" cy="1014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9" b="1">
                  <a:solidFill>
                    <a:srgbClr val="1F1F1F">
                      <a:alpha val="100000"/>
                    </a:srgbClr>
                  </a:solidFill>
                  <a:latin typeface="Helvetica"/>
                  <a:cs typeface="Helvetica"/>
                </a:rPr>
                <a:t>Responders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571954" y="1920428"/>
              <a:ext cx="647943" cy="856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38" b="1">
                  <a:solidFill>
                    <a:srgbClr val="1F1F1F">
                      <a:alpha val="100000"/>
                    </a:srgbClr>
                  </a:solidFill>
                  <a:latin typeface="Helvetica"/>
                  <a:cs typeface="Helvetica"/>
                </a:rPr>
                <a:t>RRT during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4479233" y="2049213"/>
              <a:ext cx="833384" cy="856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38" b="1">
                  <a:solidFill>
                    <a:srgbClr val="1F1F1F">
                      <a:alpha val="100000"/>
                    </a:srgbClr>
                  </a:solidFill>
                  <a:latin typeface="Helvetica"/>
                  <a:cs typeface="Helvetica"/>
                </a:rPr>
                <a:t>hospitalization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476079" y="3000182"/>
              <a:ext cx="839693" cy="856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38" b="1">
                  <a:solidFill>
                    <a:srgbClr val="1F1F1F">
                      <a:alpha val="100000"/>
                    </a:srgbClr>
                  </a:solidFill>
                  <a:latin typeface="Helvetica"/>
                  <a:cs typeface="Helvetica"/>
                </a:rPr>
                <a:t>No RRT during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479233" y="3128967"/>
              <a:ext cx="833384" cy="856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38" b="1">
                  <a:solidFill>
                    <a:srgbClr val="1F1F1F">
                      <a:alpha val="100000"/>
                    </a:srgbClr>
                  </a:solidFill>
                  <a:latin typeface="Helvetica"/>
                  <a:cs typeface="Helvetica"/>
                </a:rPr>
                <a:t>hospitalization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571954" y="4079935"/>
              <a:ext cx="647943" cy="856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38" b="1">
                  <a:solidFill>
                    <a:srgbClr val="1F1F1F">
                      <a:alpha val="100000"/>
                    </a:srgbClr>
                  </a:solidFill>
                  <a:latin typeface="Helvetica"/>
                  <a:cs typeface="Helvetica"/>
                </a:rPr>
                <a:t>RRT during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479233" y="4208720"/>
              <a:ext cx="833384" cy="856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38" b="1">
                  <a:solidFill>
                    <a:srgbClr val="1F1F1F">
                      <a:alpha val="100000"/>
                    </a:srgbClr>
                  </a:solidFill>
                  <a:latin typeface="Helvetica"/>
                  <a:cs typeface="Helvetica"/>
                </a:rPr>
                <a:t>hospitalization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476079" y="5159688"/>
              <a:ext cx="839693" cy="856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38" b="1">
                  <a:solidFill>
                    <a:srgbClr val="1F1F1F">
                      <a:alpha val="100000"/>
                    </a:srgbClr>
                  </a:solidFill>
                  <a:latin typeface="Helvetica"/>
                  <a:cs typeface="Helvetica"/>
                </a:rPr>
                <a:t>No RRT during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4479233" y="5288473"/>
              <a:ext cx="833384" cy="856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38" b="1">
                  <a:solidFill>
                    <a:srgbClr val="1F1F1F">
                      <a:alpha val="100000"/>
                    </a:srgbClr>
                  </a:solidFill>
                  <a:latin typeface="Helvetica"/>
                  <a:cs typeface="Helvetica"/>
                </a:rPr>
                <a:t>hospitalization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897582" y="3854585"/>
              <a:ext cx="582381" cy="1036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1F1F1F">
                      <a:alpha val="100000"/>
                    </a:srgbClr>
                  </a:solidFill>
                  <a:latin typeface="Helvetica"/>
                  <a:cs typeface="Helvetica"/>
                </a:rPr>
                <a:t>(n = 184)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756424" y="2764367"/>
              <a:ext cx="463875" cy="95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2">
                  <a:solidFill>
                    <a:srgbClr val="1F1F1F">
                      <a:alpha val="100000"/>
                    </a:srgbClr>
                  </a:solidFill>
                  <a:latin typeface="Helvetica"/>
                  <a:cs typeface="Helvetica"/>
                </a:rPr>
                <a:t>(n = 78)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719299" y="4923873"/>
              <a:ext cx="538124" cy="95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2">
                  <a:solidFill>
                    <a:srgbClr val="1F1F1F">
                      <a:alpha val="100000"/>
                    </a:srgbClr>
                  </a:solidFill>
                  <a:latin typeface="Helvetica"/>
                  <a:cs typeface="Helvetica"/>
                </a:rPr>
                <a:t>(n = 106)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4689088" y="2301686"/>
              <a:ext cx="413674" cy="854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38">
                  <a:solidFill>
                    <a:srgbClr val="1F1F1F">
                      <a:alpha val="100000"/>
                    </a:srgbClr>
                  </a:solidFill>
                  <a:latin typeface="Helvetica"/>
                  <a:cs typeface="Helvetica"/>
                </a:rPr>
                <a:t>(n = 36)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4689088" y="3381439"/>
              <a:ext cx="413674" cy="854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38">
                  <a:solidFill>
                    <a:srgbClr val="1F1F1F">
                      <a:alpha val="100000"/>
                    </a:srgbClr>
                  </a:solidFill>
                  <a:latin typeface="Helvetica"/>
                  <a:cs typeface="Helvetica"/>
                </a:rPr>
                <a:t>(n = 42)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4689088" y="4461192"/>
              <a:ext cx="413674" cy="854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38">
                  <a:solidFill>
                    <a:srgbClr val="1F1F1F">
                      <a:alpha val="100000"/>
                    </a:srgbClr>
                  </a:solidFill>
                  <a:latin typeface="Helvetica"/>
                  <a:cs typeface="Helvetica"/>
                </a:rPr>
                <a:t>(n = 21)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4689088" y="5540946"/>
              <a:ext cx="413674" cy="854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38">
                  <a:solidFill>
                    <a:srgbClr val="1F1F1F">
                      <a:alpha val="100000"/>
                    </a:srgbClr>
                  </a:solidFill>
                  <a:latin typeface="Helvetica"/>
                  <a:cs typeface="Helvetica"/>
                </a:rPr>
                <a:t>(n = 85)</a:t>
              </a:r>
            </a:p>
          </p:txBody>
        </p:sp>
        <p:sp>
          <p:nvSpPr>
            <p:cNvPr id="43" name="rc42"/>
            <p:cNvSpPr/>
            <p:nvPr/>
          </p:nvSpPr>
          <p:spPr>
            <a:xfrm>
              <a:off x="6162836" y="1829706"/>
              <a:ext cx="107975" cy="107975"/>
            </a:xfrm>
            <a:prstGeom prst="rect">
              <a:avLst/>
            </a:prstGeom>
            <a:solidFill>
              <a:srgbClr val="E55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3"/>
            <p:cNvSpPr/>
            <p:nvPr/>
          </p:nvSpPr>
          <p:spPr>
            <a:xfrm>
              <a:off x="6162836" y="2074450"/>
              <a:ext cx="107975" cy="107975"/>
            </a:xfrm>
            <a:prstGeom prst="rect">
              <a:avLst/>
            </a:prstGeom>
            <a:solidFill>
              <a:srgbClr val="1F5F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4"/>
            <p:cNvSpPr/>
            <p:nvPr/>
          </p:nvSpPr>
          <p:spPr>
            <a:xfrm>
              <a:off x="6162836" y="2319194"/>
              <a:ext cx="107975" cy="107975"/>
            </a:xfrm>
            <a:prstGeom prst="rect">
              <a:avLst/>
            </a:prstGeom>
            <a:solidFill>
              <a:srgbClr val="C084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5"/>
            <p:cNvSpPr/>
            <p:nvPr/>
          </p:nvSpPr>
          <p:spPr>
            <a:xfrm>
              <a:off x="6162836" y="2909459"/>
              <a:ext cx="107975" cy="107975"/>
            </a:xfrm>
            <a:prstGeom prst="rect">
              <a:avLst/>
            </a:prstGeom>
            <a:solidFill>
              <a:srgbClr val="E55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6"/>
            <p:cNvSpPr/>
            <p:nvPr/>
          </p:nvSpPr>
          <p:spPr>
            <a:xfrm>
              <a:off x="6162836" y="3154203"/>
              <a:ext cx="107975" cy="107975"/>
            </a:xfrm>
            <a:prstGeom prst="rect">
              <a:avLst/>
            </a:prstGeom>
            <a:solidFill>
              <a:srgbClr val="1F5F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7"/>
            <p:cNvSpPr/>
            <p:nvPr/>
          </p:nvSpPr>
          <p:spPr>
            <a:xfrm>
              <a:off x="6162836" y="3398947"/>
              <a:ext cx="107975" cy="107975"/>
            </a:xfrm>
            <a:prstGeom prst="rect">
              <a:avLst/>
            </a:prstGeom>
            <a:solidFill>
              <a:srgbClr val="C084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8"/>
            <p:cNvSpPr/>
            <p:nvPr/>
          </p:nvSpPr>
          <p:spPr>
            <a:xfrm>
              <a:off x="6162836" y="3989212"/>
              <a:ext cx="107975" cy="107975"/>
            </a:xfrm>
            <a:prstGeom prst="rect">
              <a:avLst/>
            </a:prstGeom>
            <a:solidFill>
              <a:srgbClr val="E55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49"/>
            <p:cNvSpPr/>
            <p:nvPr/>
          </p:nvSpPr>
          <p:spPr>
            <a:xfrm>
              <a:off x="6162836" y="4233957"/>
              <a:ext cx="107975" cy="107975"/>
            </a:xfrm>
            <a:prstGeom prst="rect">
              <a:avLst/>
            </a:prstGeom>
            <a:solidFill>
              <a:srgbClr val="1F5F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0"/>
            <p:cNvSpPr/>
            <p:nvPr/>
          </p:nvSpPr>
          <p:spPr>
            <a:xfrm>
              <a:off x="6162836" y="4478701"/>
              <a:ext cx="107975" cy="107975"/>
            </a:xfrm>
            <a:prstGeom prst="rect">
              <a:avLst/>
            </a:prstGeom>
            <a:solidFill>
              <a:srgbClr val="C084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1"/>
            <p:cNvSpPr/>
            <p:nvPr/>
          </p:nvSpPr>
          <p:spPr>
            <a:xfrm>
              <a:off x="6162836" y="5068966"/>
              <a:ext cx="107975" cy="107975"/>
            </a:xfrm>
            <a:prstGeom prst="rect">
              <a:avLst/>
            </a:prstGeom>
            <a:solidFill>
              <a:srgbClr val="E55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2"/>
            <p:cNvSpPr/>
            <p:nvPr/>
          </p:nvSpPr>
          <p:spPr>
            <a:xfrm>
              <a:off x="6162836" y="5313710"/>
              <a:ext cx="107975" cy="107975"/>
            </a:xfrm>
            <a:prstGeom prst="rect">
              <a:avLst/>
            </a:prstGeom>
            <a:solidFill>
              <a:srgbClr val="1F5F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3"/>
            <p:cNvSpPr/>
            <p:nvPr/>
          </p:nvSpPr>
          <p:spPr>
            <a:xfrm>
              <a:off x="6162836" y="5558454"/>
              <a:ext cx="107975" cy="107975"/>
            </a:xfrm>
            <a:prstGeom prst="rect">
              <a:avLst/>
            </a:prstGeom>
            <a:solidFill>
              <a:srgbClr val="C084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tx54"/>
            <p:cNvSpPr/>
            <p:nvPr/>
          </p:nvSpPr>
          <p:spPr>
            <a:xfrm>
              <a:off x="6342795" y="1843551"/>
              <a:ext cx="675284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Death: n = 18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6342795" y="2088295"/>
              <a:ext cx="1141994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Liver transplant: n = 15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6342795" y="2333039"/>
              <a:ext cx="176387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RRT at 90 days: n = 3 (missing: 17)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6342795" y="2923305"/>
              <a:ext cx="675284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Death: n = 18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6342795" y="3168049"/>
              <a:ext cx="1141994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Liver transplant: n = 13</a:t>
              </a:r>
            </a:p>
          </p:txBody>
        </p:sp>
        <p:sp>
          <p:nvSpPr>
            <p:cNvPr id="60" name="tx59"/>
            <p:cNvSpPr/>
            <p:nvPr/>
          </p:nvSpPr>
          <p:spPr>
            <a:xfrm>
              <a:off x="6342795" y="3412793"/>
              <a:ext cx="176387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RRT at 90 days: n = 1 (missing: 14)</a:t>
              </a:r>
            </a:p>
          </p:txBody>
        </p:sp>
        <p:sp>
          <p:nvSpPr>
            <p:cNvPr id="61" name="tx60"/>
            <p:cNvSpPr/>
            <p:nvPr/>
          </p:nvSpPr>
          <p:spPr>
            <a:xfrm>
              <a:off x="6342795" y="4003058"/>
              <a:ext cx="675284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Death: n = 14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6342795" y="4247802"/>
              <a:ext cx="1079723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Liver transplant: n = 8</a:t>
              </a:r>
            </a:p>
          </p:txBody>
        </p:sp>
        <p:sp>
          <p:nvSpPr>
            <p:cNvPr id="63" name="tx62"/>
            <p:cNvSpPr/>
            <p:nvPr/>
          </p:nvSpPr>
          <p:spPr>
            <a:xfrm>
              <a:off x="6342795" y="4492546"/>
              <a:ext cx="1701606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RRT at 90 days: n = 0 (missing: 6)</a:t>
              </a:r>
            </a:p>
          </p:txBody>
        </p:sp>
        <p:sp>
          <p:nvSpPr>
            <p:cNvPr id="64" name="tx63"/>
            <p:cNvSpPr/>
            <p:nvPr/>
          </p:nvSpPr>
          <p:spPr>
            <a:xfrm>
              <a:off x="6342795" y="5082811"/>
              <a:ext cx="675284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Death: n = 25</a:t>
              </a:r>
            </a:p>
          </p:txBody>
        </p:sp>
        <p:sp>
          <p:nvSpPr>
            <p:cNvPr id="65" name="tx64"/>
            <p:cNvSpPr/>
            <p:nvPr/>
          </p:nvSpPr>
          <p:spPr>
            <a:xfrm>
              <a:off x="6342795" y="5327555"/>
              <a:ext cx="1141994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Liver transplant: n = 27</a:t>
              </a:r>
            </a:p>
          </p:txBody>
        </p:sp>
        <p:sp>
          <p:nvSpPr>
            <p:cNvPr id="66" name="tx65"/>
            <p:cNvSpPr/>
            <p:nvPr/>
          </p:nvSpPr>
          <p:spPr>
            <a:xfrm>
              <a:off x="6342795" y="5572299"/>
              <a:ext cx="176387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RRT at 90 days: n = 4 (missing: 26)</a:t>
              </a:r>
            </a:p>
          </p:txBody>
        </p:sp>
        <p:sp>
          <p:nvSpPr>
            <p:cNvPr id="67" name="tx66"/>
            <p:cNvSpPr/>
            <p:nvPr/>
          </p:nvSpPr>
          <p:spPr>
            <a:xfrm>
              <a:off x="6636698" y="1403075"/>
              <a:ext cx="1269370" cy="1118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23" b="1">
                  <a:solidFill>
                    <a:srgbClr val="1F1F1F">
                      <a:alpha val="100000"/>
                    </a:srgbClr>
                  </a:solidFill>
                  <a:latin typeface="Helvetica"/>
                  <a:cs typeface="Helvetica"/>
                </a:rPr>
                <a:t>90-day outcomes</a:t>
              </a:r>
            </a:p>
          </p:txBody>
        </p:sp>
        <p:sp>
          <p:nvSpPr>
            <p:cNvPr id="68" name="tx67"/>
            <p:cNvSpPr/>
            <p:nvPr/>
          </p:nvSpPr>
          <p:spPr>
            <a:xfrm>
              <a:off x="576912" y="5941171"/>
              <a:ext cx="6390650" cy="638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RRT during hospitalization: rrt = 1 (no RRT: rrt = 0 or 2). Death: time_to_death_status = 1. Liver transplant: transplant_lt_status = 1 or 2 (through 1-year follow-up).</a:t>
              </a:r>
            </a:p>
          </p:txBody>
        </p:sp>
        <p:sp>
          <p:nvSpPr>
            <p:cNvPr id="69" name="tx68"/>
            <p:cNvSpPr/>
            <p:nvPr/>
          </p:nvSpPr>
          <p:spPr>
            <a:xfrm>
              <a:off x="576912" y="6058519"/>
              <a:ext cx="5856914" cy="638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RRT at 90 days: efu_90_rrt = 1 from the extended follow-up (missing = no EFU record or field left blank). A patient can have more than one outcome.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2026-10-16T11:34:35Z</dcterms:modified>
  <cp:category/>
</cp:coreProperties>
</file>