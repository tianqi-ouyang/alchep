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Adjusted CIF (ACLF, no hispanic)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457200" y="1188720"/>
            <a:ext cx="8229600" cy="5029200"/>
            <a:chOff x="457200" y="1188720"/>
            <a:chExt cx="8229600" cy="5029200"/>
          </a:xfrm>
        </p:grpSpPr>
        <p:sp>
          <p:nvSpPr>
            <p:cNvPr id="4" name="pl3"/>
            <p:cNvSpPr/>
            <p:nvPr/>
          </p:nvSpPr>
          <p:spPr>
            <a:xfrm>
              <a:off x="1019512" y="4648161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019512" y="3814692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019512" y="2981223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019512" y="2147754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284741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815198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7345656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019512" y="5064895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019512" y="4231426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019512" y="3397957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019512" y="2564488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019512" y="1731019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019512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3549970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6080427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8610884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19512" y="3511428"/>
              <a:ext cx="7591371" cy="1553466"/>
            </a:xfrm>
            <a:custGeom>
              <a:avLst/>
              <a:pathLst>
                <a:path w="7591371" h="1553466">
                  <a:moveTo>
                    <a:pt x="0" y="1553466"/>
                  </a:moveTo>
                  <a:lnTo>
                    <a:pt x="84348" y="1553466"/>
                  </a:lnTo>
                  <a:lnTo>
                    <a:pt x="84348" y="1524452"/>
                  </a:lnTo>
                  <a:lnTo>
                    <a:pt x="168697" y="1524452"/>
                  </a:lnTo>
                  <a:lnTo>
                    <a:pt x="168697" y="1495433"/>
                  </a:lnTo>
                  <a:lnTo>
                    <a:pt x="253045" y="1495433"/>
                  </a:lnTo>
                  <a:lnTo>
                    <a:pt x="253045" y="1466197"/>
                  </a:lnTo>
                  <a:lnTo>
                    <a:pt x="337394" y="1466197"/>
                  </a:lnTo>
                  <a:lnTo>
                    <a:pt x="337394" y="1451435"/>
                  </a:lnTo>
                  <a:lnTo>
                    <a:pt x="421742" y="1451435"/>
                  </a:lnTo>
                  <a:lnTo>
                    <a:pt x="421742" y="1421963"/>
                  </a:lnTo>
                  <a:lnTo>
                    <a:pt x="506091" y="1421963"/>
                  </a:lnTo>
                  <a:lnTo>
                    <a:pt x="506091" y="1392468"/>
                  </a:lnTo>
                  <a:lnTo>
                    <a:pt x="590440" y="1392468"/>
                  </a:lnTo>
                  <a:lnTo>
                    <a:pt x="590440" y="1348348"/>
                  </a:lnTo>
                  <a:lnTo>
                    <a:pt x="674788" y="1348348"/>
                  </a:lnTo>
                  <a:lnTo>
                    <a:pt x="674788" y="1333466"/>
                  </a:lnTo>
                  <a:lnTo>
                    <a:pt x="759137" y="1333466"/>
                  </a:lnTo>
                  <a:lnTo>
                    <a:pt x="759137" y="1259855"/>
                  </a:lnTo>
                  <a:lnTo>
                    <a:pt x="843485" y="1259855"/>
                  </a:lnTo>
                  <a:lnTo>
                    <a:pt x="843485" y="1215305"/>
                  </a:lnTo>
                  <a:lnTo>
                    <a:pt x="927834" y="1215305"/>
                  </a:lnTo>
                  <a:lnTo>
                    <a:pt x="927834" y="1155724"/>
                  </a:lnTo>
                  <a:lnTo>
                    <a:pt x="1012182" y="1155724"/>
                  </a:lnTo>
                  <a:lnTo>
                    <a:pt x="1012182" y="1051709"/>
                  </a:lnTo>
                  <a:lnTo>
                    <a:pt x="1096531" y="1051709"/>
                  </a:lnTo>
                  <a:lnTo>
                    <a:pt x="1096531" y="1005519"/>
                  </a:lnTo>
                  <a:lnTo>
                    <a:pt x="1180880" y="1005519"/>
                  </a:lnTo>
                  <a:lnTo>
                    <a:pt x="1180880" y="974317"/>
                  </a:lnTo>
                  <a:lnTo>
                    <a:pt x="1265228" y="974317"/>
                  </a:lnTo>
                  <a:lnTo>
                    <a:pt x="1265228" y="927608"/>
                  </a:lnTo>
                  <a:lnTo>
                    <a:pt x="1349577" y="927608"/>
                  </a:lnTo>
                  <a:lnTo>
                    <a:pt x="1349577" y="896174"/>
                  </a:lnTo>
                  <a:lnTo>
                    <a:pt x="1433925" y="896174"/>
                  </a:lnTo>
                  <a:lnTo>
                    <a:pt x="1433925" y="864665"/>
                  </a:lnTo>
                  <a:lnTo>
                    <a:pt x="1518274" y="864665"/>
                  </a:lnTo>
                  <a:lnTo>
                    <a:pt x="1518274" y="801718"/>
                  </a:lnTo>
                  <a:lnTo>
                    <a:pt x="1602622" y="801718"/>
                  </a:lnTo>
                  <a:lnTo>
                    <a:pt x="1602622" y="785657"/>
                  </a:lnTo>
                  <a:lnTo>
                    <a:pt x="1686971" y="785657"/>
                  </a:lnTo>
                  <a:lnTo>
                    <a:pt x="1686971" y="769642"/>
                  </a:lnTo>
                  <a:lnTo>
                    <a:pt x="1771320" y="769642"/>
                  </a:lnTo>
                  <a:lnTo>
                    <a:pt x="1771320" y="769642"/>
                  </a:lnTo>
                  <a:lnTo>
                    <a:pt x="1855668" y="769642"/>
                  </a:lnTo>
                  <a:lnTo>
                    <a:pt x="1855668" y="705303"/>
                  </a:lnTo>
                  <a:lnTo>
                    <a:pt x="1940017" y="705303"/>
                  </a:lnTo>
                  <a:lnTo>
                    <a:pt x="1940017" y="705303"/>
                  </a:lnTo>
                  <a:lnTo>
                    <a:pt x="2024365" y="705303"/>
                  </a:lnTo>
                  <a:lnTo>
                    <a:pt x="2024365" y="689074"/>
                  </a:lnTo>
                  <a:lnTo>
                    <a:pt x="2108714" y="689074"/>
                  </a:lnTo>
                  <a:lnTo>
                    <a:pt x="2108714" y="656761"/>
                  </a:lnTo>
                  <a:lnTo>
                    <a:pt x="2193062" y="656761"/>
                  </a:lnTo>
                  <a:lnTo>
                    <a:pt x="2193062" y="592503"/>
                  </a:lnTo>
                  <a:lnTo>
                    <a:pt x="2277411" y="592503"/>
                  </a:lnTo>
                  <a:lnTo>
                    <a:pt x="2277411" y="576013"/>
                  </a:lnTo>
                  <a:lnTo>
                    <a:pt x="2361760" y="576013"/>
                  </a:lnTo>
                  <a:lnTo>
                    <a:pt x="2361760" y="510443"/>
                  </a:lnTo>
                  <a:lnTo>
                    <a:pt x="2446108" y="510443"/>
                  </a:lnTo>
                  <a:lnTo>
                    <a:pt x="2446108" y="461118"/>
                  </a:lnTo>
                  <a:lnTo>
                    <a:pt x="2530457" y="461118"/>
                  </a:lnTo>
                  <a:lnTo>
                    <a:pt x="2530457" y="411908"/>
                  </a:lnTo>
                  <a:lnTo>
                    <a:pt x="2614805" y="411908"/>
                  </a:lnTo>
                  <a:lnTo>
                    <a:pt x="2614805" y="395272"/>
                  </a:lnTo>
                  <a:lnTo>
                    <a:pt x="2699154" y="395272"/>
                  </a:lnTo>
                  <a:lnTo>
                    <a:pt x="2699154" y="395272"/>
                  </a:lnTo>
                  <a:lnTo>
                    <a:pt x="2783503" y="395272"/>
                  </a:lnTo>
                  <a:lnTo>
                    <a:pt x="2783503" y="395272"/>
                  </a:lnTo>
                  <a:lnTo>
                    <a:pt x="2867851" y="395272"/>
                  </a:lnTo>
                  <a:lnTo>
                    <a:pt x="2867851" y="345575"/>
                  </a:lnTo>
                  <a:lnTo>
                    <a:pt x="2952200" y="345575"/>
                  </a:lnTo>
                  <a:lnTo>
                    <a:pt x="2952200" y="312284"/>
                  </a:lnTo>
                  <a:lnTo>
                    <a:pt x="3036548" y="312284"/>
                  </a:lnTo>
                  <a:lnTo>
                    <a:pt x="3036548" y="312284"/>
                  </a:lnTo>
                  <a:lnTo>
                    <a:pt x="3120897" y="312284"/>
                  </a:lnTo>
                  <a:lnTo>
                    <a:pt x="3120897" y="295663"/>
                  </a:lnTo>
                  <a:lnTo>
                    <a:pt x="3205245" y="295663"/>
                  </a:lnTo>
                  <a:lnTo>
                    <a:pt x="3205245" y="279088"/>
                  </a:lnTo>
                  <a:lnTo>
                    <a:pt x="3289594" y="279088"/>
                  </a:lnTo>
                  <a:lnTo>
                    <a:pt x="3289594" y="279088"/>
                  </a:lnTo>
                  <a:lnTo>
                    <a:pt x="3373943" y="279088"/>
                  </a:lnTo>
                  <a:lnTo>
                    <a:pt x="3373943" y="279088"/>
                  </a:lnTo>
                  <a:lnTo>
                    <a:pt x="3458291" y="279088"/>
                  </a:lnTo>
                  <a:lnTo>
                    <a:pt x="3458291" y="279088"/>
                  </a:lnTo>
                  <a:lnTo>
                    <a:pt x="3542640" y="279088"/>
                  </a:lnTo>
                  <a:lnTo>
                    <a:pt x="3542640" y="279088"/>
                  </a:lnTo>
                  <a:lnTo>
                    <a:pt x="3626988" y="279088"/>
                  </a:lnTo>
                  <a:lnTo>
                    <a:pt x="3626988" y="279088"/>
                  </a:lnTo>
                  <a:lnTo>
                    <a:pt x="3711337" y="279088"/>
                  </a:lnTo>
                  <a:lnTo>
                    <a:pt x="3711337" y="279088"/>
                  </a:lnTo>
                  <a:lnTo>
                    <a:pt x="3795685" y="279088"/>
                  </a:lnTo>
                  <a:lnTo>
                    <a:pt x="3795685" y="262537"/>
                  </a:lnTo>
                  <a:lnTo>
                    <a:pt x="3880034" y="262537"/>
                  </a:lnTo>
                  <a:lnTo>
                    <a:pt x="3880034" y="262537"/>
                  </a:lnTo>
                  <a:lnTo>
                    <a:pt x="3964383" y="262537"/>
                  </a:lnTo>
                  <a:lnTo>
                    <a:pt x="3964383" y="246019"/>
                  </a:lnTo>
                  <a:lnTo>
                    <a:pt x="4048731" y="246019"/>
                  </a:lnTo>
                  <a:lnTo>
                    <a:pt x="4048731" y="229540"/>
                  </a:lnTo>
                  <a:lnTo>
                    <a:pt x="4133080" y="229540"/>
                  </a:lnTo>
                  <a:lnTo>
                    <a:pt x="4133080" y="196787"/>
                  </a:lnTo>
                  <a:lnTo>
                    <a:pt x="4217428" y="196787"/>
                  </a:lnTo>
                  <a:lnTo>
                    <a:pt x="4217428" y="196787"/>
                  </a:lnTo>
                  <a:lnTo>
                    <a:pt x="4301777" y="196787"/>
                  </a:lnTo>
                  <a:lnTo>
                    <a:pt x="4301777" y="196787"/>
                  </a:lnTo>
                  <a:lnTo>
                    <a:pt x="4386125" y="196787"/>
                  </a:lnTo>
                  <a:lnTo>
                    <a:pt x="4386125" y="180464"/>
                  </a:lnTo>
                  <a:lnTo>
                    <a:pt x="4470474" y="180464"/>
                  </a:lnTo>
                  <a:lnTo>
                    <a:pt x="4470474" y="180464"/>
                  </a:lnTo>
                  <a:lnTo>
                    <a:pt x="4554823" y="180464"/>
                  </a:lnTo>
                  <a:lnTo>
                    <a:pt x="4554823" y="164166"/>
                  </a:lnTo>
                  <a:lnTo>
                    <a:pt x="4639171" y="164166"/>
                  </a:lnTo>
                  <a:lnTo>
                    <a:pt x="4639171" y="164166"/>
                  </a:lnTo>
                  <a:lnTo>
                    <a:pt x="4723520" y="164166"/>
                  </a:lnTo>
                  <a:lnTo>
                    <a:pt x="4723520" y="164166"/>
                  </a:lnTo>
                  <a:lnTo>
                    <a:pt x="4807868" y="164166"/>
                  </a:lnTo>
                  <a:lnTo>
                    <a:pt x="4807868" y="164166"/>
                  </a:lnTo>
                  <a:lnTo>
                    <a:pt x="4892217" y="164166"/>
                  </a:lnTo>
                  <a:lnTo>
                    <a:pt x="4892217" y="164166"/>
                  </a:lnTo>
                  <a:lnTo>
                    <a:pt x="4976565" y="164166"/>
                  </a:lnTo>
                  <a:lnTo>
                    <a:pt x="4976565" y="147940"/>
                  </a:lnTo>
                  <a:lnTo>
                    <a:pt x="5060914" y="147940"/>
                  </a:lnTo>
                  <a:lnTo>
                    <a:pt x="5060914" y="115719"/>
                  </a:lnTo>
                  <a:lnTo>
                    <a:pt x="5145263" y="115719"/>
                  </a:lnTo>
                  <a:lnTo>
                    <a:pt x="5145263" y="115719"/>
                  </a:lnTo>
                  <a:lnTo>
                    <a:pt x="5229611" y="115719"/>
                  </a:lnTo>
                  <a:lnTo>
                    <a:pt x="5229611" y="115719"/>
                  </a:lnTo>
                  <a:lnTo>
                    <a:pt x="5313960" y="115719"/>
                  </a:lnTo>
                  <a:lnTo>
                    <a:pt x="5313960" y="115719"/>
                  </a:lnTo>
                  <a:lnTo>
                    <a:pt x="5398308" y="115719"/>
                  </a:lnTo>
                  <a:lnTo>
                    <a:pt x="5398308" y="99459"/>
                  </a:lnTo>
                  <a:lnTo>
                    <a:pt x="5482657" y="99459"/>
                  </a:lnTo>
                  <a:lnTo>
                    <a:pt x="5482657" y="83231"/>
                  </a:lnTo>
                  <a:lnTo>
                    <a:pt x="5567006" y="83231"/>
                  </a:lnTo>
                  <a:lnTo>
                    <a:pt x="5567006" y="83231"/>
                  </a:lnTo>
                  <a:lnTo>
                    <a:pt x="5651354" y="83231"/>
                  </a:lnTo>
                  <a:lnTo>
                    <a:pt x="5651354" y="83231"/>
                  </a:lnTo>
                  <a:lnTo>
                    <a:pt x="5735703" y="83231"/>
                  </a:lnTo>
                  <a:lnTo>
                    <a:pt x="5735703" y="67014"/>
                  </a:lnTo>
                  <a:lnTo>
                    <a:pt x="5820051" y="67014"/>
                  </a:lnTo>
                  <a:lnTo>
                    <a:pt x="5820051" y="67014"/>
                  </a:lnTo>
                  <a:lnTo>
                    <a:pt x="5904400" y="67014"/>
                  </a:lnTo>
                  <a:lnTo>
                    <a:pt x="5904400" y="67014"/>
                  </a:lnTo>
                  <a:lnTo>
                    <a:pt x="5988748" y="67014"/>
                  </a:lnTo>
                  <a:lnTo>
                    <a:pt x="5988748" y="67014"/>
                  </a:lnTo>
                  <a:lnTo>
                    <a:pt x="6073097" y="67014"/>
                  </a:lnTo>
                  <a:lnTo>
                    <a:pt x="6073097" y="67014"/>
                  </a:lnTo>
                  <a:lnTo>
                    <a:pt x="6157446" y="67014"/>
                  </a:lnTo>
                  <a:lnTo>
                    <a:pt x="6157446" y="33591"/>
                  </a:lnTo>
                  <a:lnTo>
                    <a:pt x="6241794" y="33591"/>
                  </a:lnTo>
                  <a:lnTo>
                    <a:pt x="6241794" y="33591"/>
                  </a:lnTo>
                  <a:lnTo>
                    <a:pt x="6326143" y="33591"/>
                  </a:lnTo>
                  <a:lnTo>
                    <a:pt x="6326143" y="33591"/>
                  </a:lnTo>
                  <a:lnTo>
                    <a:pt x="6410491" y="33591"/>
                  </a:lnTo>
                  <a:lnTo>
                    <a:pt x="6410491" y="33591"/>
                  </a:lnTo>
                  <a:lnTo>
                    <a:pt x="6494840" y="33591"/>
                  </a:lnTo>
                  <a:lnTo>
                    <a:pt x="6494840" y="33591"/>
                  </a:lnTo>
                  <a:lnTo>
                    <a:pt x="6579188" y="33591"/>
                  </a:lnTo>
                  <a:lnTo>
                    <a:pt x="6579188" y="33591"/>
                  </a:lnTo>
                  <a:lnTo>
                    <a:pt x="6663537" y="33591"/>
                  </a:lnTo>
                  <a:lnTo>
                    <a:pt x="6663537" y="33591"/>
                  </a:lnTo>
                  <a:lnTo>
                    <a:pt x="6747886" y="33591"/>
                  </a:lnTo>
                  <a:lnTo>
                    <a:pt x="6747886" y="16759"/>
                  </a:lnTo>
                  <a:lnTo>
                    <a:pt x="6832234" y="16759"/>
                  </a:lnTo>
                  <a:lnTo>
                    <a:pt x="6832234" y="16759"/>
                  </a:lnTo>
                  <a:lnTo>
                    <a:pt x="6916583" y="16759"/>
                  </a:lnTo>
                  <a:lnTo>
                    <a:pt x="6916583" y="16759"/>
                  </a:lnTo>
                  <a:lnTo>
                    <a:pt x="7000931" y="16759"/>
                  </a:lnTo>
                  <a:lnTo>
                    <a:pt x="7000931" y="16759"/>
                  </a:lnTo>
                  <a:lnTo>
                    <a:pt x="7085280" y="16759"/>
                  </a:lnTo>
                  <a:lnTo>
                    <a:pt x="7085280" y="16759"/>
                  </a:lnTo>
                  <a:lnTo>
                    <a:pt x="7169628" y="16759"/>
                  </a:lnTo>
                  <a:lnTo>
                    <a:pt x="7169628" y="16759"/>
                  </a:lnTo>
                  <a:lnTo>
                    <a:pt x="7253977" y="16759"/>
                  </a:lnTo>
                  <a:lnTo>
                    <a:pt x="7253977" y="0"/>
                  </a:lnTo>
                  <a:lnTo>
                    <a:pt x="7338326" y="0"/>
                  </a:lnTo>
                  <a:lnTo>
                    <a:pt x="7338326" y="0"/>
                  </a:lnTo>
                  <a:lnTo>
                    <a:pt x="7422674" y="0"/>
                  </a:lnTo>
                  <a:lnTo>
                    <a:pt x="7422674" y="0"/>
                  </a:lnTo>
                  <a:lnTo>
                    <a:pt x="7507023" y="0"/>
                  </a:lnTo>
                  <a:lnTo>
                    <a:pt x="7507023" y="0"/>
                  </a:lnTo>
                  <a:lnTo>
                    <a:pt x="7591371" y="0"/>
                  </a:ln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019512" y="3854707"/>
              <a:ext cx="7591371" cy="1210188"/>
            </a:xfrm>
            <a:custGeom>
              <a:avLst/>
              <a:pathLst>
                <a:path w="7591371" h="1210188">
                  <a:moveTo>
                    <a:pt x="0" y="1210188"/>
                  </a:moveTo>
                  <a:lnTo>
                    <a:pt x="84348" y="1210188"/>
                  </a:lnTo>
                  <a:lnTo>
                    <a:pt x="84348" y="1189303"/>
                  </a:lnTo>
                  <a:lnTo>
                    <a:pt x="168697" y="1189303"/>
                  </a:lnTo>
                  <a:lnTo>
                    <a:pt x="168697" y="1168363"/>
                  </a:lnTo>
                  <a:lnTo>
                    <a:pt x="253045" y="1168363"/>
                  </a:lnTo>
                  <a:lnTo>
                    <a:pt x="253045" y="1147214"/>
                  </a:lnTo>
                  <a:lnTo>
                    <a:pt x="337394" y="1147214"/>
                  </a:lnTo>
                  <a:lnTo>
                    <a:pt x="337394" y="1136514"/>
                  </a:lnTo>
                  <a:lnTo>
                    <a:pt x="421742" y="1136514"/>
                  </a:lnTo>
                  <a:lnTo>
                    <a:pt x="421742" y="1115113"/>
                  </a:lnTo>
                  <a:lnTo>
                    <a:pt x="506091" y="1115113"/>
                  </a:lnTo>
                  <a:lnTo>
                    <a:pt x="506091" y="1093639"/>
                  </a:lnTo>
                  <a:lnTo>
                    <a:pt x="590440" y="1093639"/>
                  </a:lnTo>
                  <a:lnTo>
                    <a:pt x="590440" y="1061412"/>
                  </a:lnTo>
                  <a:lnTo>
                    <a:pt x="674788" y="1061412"/>
                  </a:lnTo>
                  <a:lnTo>
                    <a:pt x="674788" y="1050513"/>
                  </a:lnTo>
                  <a:lnTo>
                    <a:pt x="759137" y="1050513"/>
                  </a:lnTo>
                  <a:lnTo>
                    <a:pt x="759137" y="996385"/>
                  </a:lnTo>
                  <a:lnTo>
                    <a:pt x="843485" y="996385"/>
                  </a:lnTo>
                  <a:lnTo>
                    <a:pt x="843485" y="963447"/>
                  </a:lnTo>
                  <a:lnTo>
                    <a:pt x="927834" y="963447"/>
                  </a:lnTo>
                  <a:lnTo>
                    <a:pt x="927834" y="919181"/>
                  </a:lnTo>
                  <a:lnTo>
                    <a:pt x="1012182" y="919181"/>
                  </a:lnTo>
                  <a:lnTo>
                    <a:pt x="1012182" y="841291"/>
                  </a:lnTo>
                  <a:lnTo>
                    <a:pt x="1096531" y="841291"/>
                  </a:lnTo>
                  <a:lnTo>
                    <a:pt x="1096531" y="806446"/>
                  </a:lnTo>
                  <a:lnTo>
                    <a:pt x="1180880" y="806446"/>
                  </a:lnTo>
                  <a:lnTo>
                    <a:pt x="1180880" y="782815"/>
                  </a:lnTo>
                  <a:lnTo>
                    <a:pt x="1265228" y="782815"/>
                  </a:lnTo>
                  <a:lnTo>
                    <a:pt x="1265228" y="747299"/>
                  </a:lnTo>
                  <a:lnTo>
                    <a:pt x="1349577" y="747299"/>
                  </a:lnTo>
                  <a:lnTo>
                    <a:pt x="1349577" y="723301"/>
                  </a:lnTo>
                  <a:lnTo>
                    <a:pt x="1433925" y="723301"/>
                  </a:lnTo>
                  <a:lnTo>
                    <a:pt x="1433925" y="699165"/>
                  </a:lnTo>
                  <a:lnTo>
                    <a:pt x="1518274" y="699165"/>
                  </a:lnTo>
                  <a:lnTo>
                    <a:pt x="1518274" y="650706"/>
                  </a:lnTo>
                  <a:lnTo>
                    <a:pt x="1602622" y="650706"/>
                  </a:lnTo>
                  <a:lnTo>
                    <a:pt x="1602622" y="638289"/>
                  </a:lnTo>
                  <a:lnTo>
                    <a:pt x="1686971" y="638289"/>
                  </a:lnTo>
                  <a:lnTo>
                    <a:pt x="1686971" y="625884"/>
                  </a:lnTo>
                  <a:lnTo>
                    <a:pt x="1771320" y="625884"/>
                  </a:lnTo>
                  <a:lnTo>
                    <a:pt x="1771320" y="625884"/>
                  </a:lnTo>
                  <a:lnTo>
                    <a:pt x="1855668" y="625884"/>
                  </a:lnTo>
                  <a:lnTo>
                    <a:pt x="1855668" y="575831"/>
                  </a:lnTo>
                  <a:lnTo>
                    <a:pt x="1940017" y="575831"/>
                  </a:lnTo>
                  <a:lnTo>
                    <a:pt x="1940017" y="575831"/>
                  </a:lnTo>
                  <a:lnTo>
                    <a:pt x="2024365" y="575831"/>
                  </a:lnTo>
                  <a:lnTo>
                    <a:pt x="2024365" y="563148"/>
                  </a:lnTo>
                  <a:lnTo>
                    <a:pt x="2108714" y="563148"/>
                  </a:lnTo>
                  <a:lnTo>
                    <a:pt x="2108714" y="537827"/>
                  </a:lnTo>
                  <a:lnTo>
                    <a:pt x="2193062" y="537827"/>
                  </a:lnTo>
                  <a:lnTo>
                    <a:pt x="2193062" y="487187"/>
                  </a:lnTo>
                  <a:lnTo>
                    <a:pt x="2277411" y="487187"/>
                  </a:lnTo>
                  <a:lnTo>
                    <a:pt x="2277411" y="474131"/>
                  </a:lnTo>
                  <a:lnTo>
                    <a:pt x="2361760" y="474131"/>
                  </a:lnTo>
                  <a:lnTo>
                    <a:pt x="2361760" y="421955"/>
                  </a:lnTo>
                  <a:lnTo>
                    <a:pt x="2446108" y="421955"/>
                  </a:lnTo>
                  <a:lnTo>
                    <a:pt x="2446108" y="382429"/>
                  </a:lnTo>
                  <a:lnTo>
                    <a:pt x="2530457" y="382429"/>
                  </a:lnTo>
                  <a:lnTo>
                    <a:pt x="2530457" y="342752"/>
                  </a:lnTo>
                  <a:lnTo>
                    <a:pt x="2614805" y="342752"/>
                  </a:lnTo>
                  <a:lnTo>
                    <a:pt x="2614805" y="329281"/>
                  </a:lnTo>
                  <a:lnTo>
                    <a:pt x="2699154" y="329281"/>
                  </a:lnTo>
                  <a:lnTo>
                    <a:pt x="2699154" y="329281"/>
                  </a:lnTo>
                  <a:lnTo>
                    <a:pt x="2783503" y="329281"/>
                  </a:lnTo>
                  <a:lnTo>
                    <a:pt x="2783503" y="329281"/>
                  </a:lnTo>
                  <a:lnTo>
                    <a:pt x="2867851" y="329281"/>
                  </a:lnTo>
                  <a:lnTo>
                    <a:pt x="2867851" y="288869"/>
                  </a:lnTo>
                  <a:lnTo>
                    <a:pt x="2952200" y="288869"/>
                  </a:lnTo>
                  <a:lnTo>
                    <a:pt x="2952200" y="261648"/>
                  </a:lnTo>
                  <a:lnTo>
                    <a:pt x="3036548" y="261648"/>
                  </a:lnTo>
                  <a:lnTo>
                    <a:pt x="3036548" y="261648"/>
                  </a:lnTo>
                  <a:lnTo>
                    <a:pt x="3120897" y="261648"/>
                  </a:lnTo>
                  <a:lnTo>
                    <a:pt x="3120897" y="248012"/>
                  </a:lnTo>
                  <a:lnTo>
                    <a:pt x="3205245" y="248012"/>
                  </a:lnTo>
                  <a:lnTo>
                    <a:pt x="3205245" y="234384"/>
                  </a:lnTo>
                  <a:lnTo>
                    <a:pt x="3289594" y="234384"/>
                  </a:lnTo>
                  <a:lnTo>
                    <a:pt x="3289594" y="234384"/>
                  </a:lnTo>
                  <a:lnTo>
                    <a:pt x="3373943" y="234384"/>
                  </a:lnTo>
                  <a:lnTo>
                    <a:pt x="3373943" y="234384"/>
                  </a:lnTo>
                  <a:lnTo>
                    <a:pt x="3458291" y="234384"/>
                  </a:lnTo>
                  <a:lnTo>
                    <a:pt x="3458291" y="234384"/>
                  </a:lnTo>
                  <a:lnTo>
                    <a:pt x="3542640" y="234384"/>
                  </a:lnTo>
                  <a:lnTo>
                    <a:pt x="3542640" y="234384"/>
                  </a:lnTo>
                  <a:lnTo>
                    <a:pt x="3626988" y="234384"/>
                  </a:lnTo>
                  <a:lnTo>
                    <a:pt x="3626988" y="234384"/>
                  </a:lnTo>
                  <a:lnTo>
                    <a:pt x="3711337" y="234384"/>
                  </a:lnTo>
                  <a:lnTo>
                    <a:pt x="3711337" y="234384"/>
                  </a:lnTo>
                  <a:lnTo>
                    <a:pt x="3795685" y="234384"/>
                  </a:lnTo>
                  <a:lnTo>
                    <a:pt x="3795685" y="220745"/>
                  </a:lnTo>
                  <a:lnTo>
                    <a:pt x="3880034" y="220745"/>
                  </a:lnTo>
                  <a:lnTo>
                    <a:pt x="3880034" y="220745"/>
                  </a:lnTo>
                  <a:lnTo>
                    <a:pt x="3964383" y="220745"/>
                  </a:lnTo>
                  <a:lnTo>
                    <a:pt x="3964383" y="207101"/>
                  </a:lnTo>
                  <a:lnTo>
                    <a:pt x="4048731" y="207101"/>
                  </a:lnTo>
                  <a:lnTo>
                    <a:pt x="4048731" y="193458"/>
                  </a:lnTo>
                  <a:lnTo>
                    <a:pt x="4133080" y="193458"/>
                  </a:lnTo>
                  <a:lnTo>
                    <a:pt x="4133080" y="166250"/>
                  </a:lnTo>
                  <a:lnTo>
                    <a:pt x="4217428" y="166250"/>
                  </a:lnTo>
                  <a:lnTo>
                    <a:pt x="4217428" y="166250"/>
                  </a:lnTo>
                  <a:lnTo>
                    <a:pt x="4301777" y="166250"/>
                  </a:lnTo>
                  <a:lnTo>
                    <a:pt x="4301777" y="166250"/>
                  </a:lnTo>
                  <a:lnTo>
                    <a:pt x="4386125" y="166250"/>
                  </a:lnTo>
                  <a:lnTo>
                    <a:pt x="4386125" y="152642"/>
                  </a:lnTo>
                  <a:lnTo>
                    <a:pt x="4470474" y="152642"/>
                  </a:lnTo>
                  <a:lnTo>
                    <a:pt x="4470474" y="152642"/>
                  </a:lnTo>
                  <a:lnTo>
                    <a:pt x="4554823" y="152642"/>
                  </a:lnTo>
                  <a:lnTo>
                    <a:pt x="4554823" y="139025"/>
                  </a:lnTo>
                  <a:lnTo>
                    <a:pt x="4639171" y="139025"/>
                  </a:lnTo>
                  <a:lnTo>
                    <a:pt x="4639171" y="139025"/>
                  </a:lnTo>
                  <a:lnTo>
                    <a:pt x="4723520" y="139025"/>
                  </a:lnTo>
                  <a:lnTo>
                    <a:pt x="4723520" y="139025"/>
                  </a:lnTo>
                  <a:lnTo>
                    <a:pt x="4807868" y="139025"/>
                  </a:lnTo>
                  <a:lnTo>
                    <a:pt x="4807868" y="139025"/>
                  </a:lnTo>
                  <a:lnTo>
                    <a:pt x="4892217" y="139025"/>
                  </a:lnTo>
                  <a:lnTo>
                    <a:pt x="4892217" y="139025"/>
                  </a:lnTo>
                  <a:lnTo>
                    <a:pt x="4976565" y="139025"/>
                  </a:lnTo>
                  <a:lnTo>
                    <a:pt x="4976565" y="125435"/>
                  </a:lnTo>
                  <a:lnTo>
                    <a:pt x="5060914" y="125435"/>
                  </a:lnTo>
                  <a:lnTo>
                    <a:pt x="5060914" y="98352"/>
                  </a:lnTo>
                  <a:lnTo>
                    <a:pt x="5145263" y="98352"/>
                  </a:lnTo>
                  <a:lnTo>
                    <a:pt x="5145263" y="98352"/>
                  </a:lnTo>
                  <a:lnTo>
                    <a:pt x="5229611" y="98352"/>
                  </a:lnTo>
                  <a:lnTo>
                    <a:pt x="5229611" y="98352"/>
                  </a:lnTo>
                  <a:lnTo>
                    <a:pt x="5313960" y="98352"/>
                  </a:lnTo>
                  <a:lnTo>
                    <a:pt x="5313960" y="98352"/>
                  </a:lnTo>
                  <a:lnTo>
                    <a:pt x="5398308" y="98352"/>
                  </a:lnTo>
                  <a:lnTo>
                    <a:pt x="5398308" y="84637"/>
                  </a:lnTo>
                  <a:lnTo>
                    <a:pt x="5482657" y="84637"/>
                  </a:lnTo>
                  <a:lnTo>
                    <a:pt x="5482657" y="70915"/>
                  </a:lnTo>
                  <a:lnTo>
                    <a:pt x="5567006" y="70915"/>
                  </a:lnTo>
                  <a:lnTo>
                    <a:pt x="5567006" y="70915"/>
                  </a:lnTo>
                  <a:lnTo>
                    <a:pt x="5651354" y="70915"/>
                  </a:lnTo>
                  <a:lnTo>
                    <a:pt x="5651354" y="70915"/>
                  </a:lnTo>
                  <a:lnTo>
                    <a:pt x="5735703" y="70915"/>
                  </a:lnTo>
                  <a:lnTo>
                    <a:pt x="5735703" y="57169"/>
                  </a:lnTo>
                  <a:lnTo>
                    <a:pt x="5820051" y="57169"/>
                  </a:lnTo>
                  <a:lnTo>
                    <a:pt x="5820051" y="57169"/>
                  </a:lnTo>
                  <a:lnTo>
                    <a:pt x="5904400" y="57169"/>
                  </a:lnTo>
                  <a:lnTo>
                    <a:pt x="5904400" y="57169"/>
                  </a:lnTo>
                  <a:lnTo>
                    <a:pt x="5988748" y="57169"/>
                  </a:lnTo>
                  <a:lnTo>
                    <a:pt x="5988748" y="57169"/>
                  </a:lnTo>
                  <a:lnTo>
                    <a:pt x="6073097" y="57169"/>
                  </a:lnTo>
                  <a:lnTo>
                    <a:pt x="6073097" y="57169"/>
                  </a:lnTo>
                  <a:lnTo>
                    <a:pt x="6157446" y="57169"/>
                  </a:lnTo>
                  <a:lnTo>
                    <a:pt x="6157446" y="28730"/>
                  </a:lnTo>
                  <a:lnTo>
                    <a:pt x="6241794" y="28730"/>
                  </a:lnTo>
                  <a:lnTo>
                    <a:pt x="6241794" y="28730"/>
                  </a:lnTo>
                  <a:lnTo>
                    <a:pt x="6326143" y="28730"/>
                  </a:lnTo>
                  <a:lnTo>
                    <a:pt x="6326143" y="28730"/>
                  </a:lnTo>
                  <a:lnTo>
                    <a:pt x="6410491" y="28730"/>
                  </a:lnTo>
                  <a:lnTo>
                    <a:pt x="6410491" y="28730"/>
                  </a:lnTo>
                  <a:lnTo>
                    <a:pt x="6494840" y="28730"/>
                  </a:lnTo>
                  <a:lnTo>
                    <a:pt x="6494840" y="28730"/>
                  </a:lnTo>
                  <a:lnTo>
                    <a:pt x="6579188" y="28730"/>
                  </a:lnTo>
                  <a:lnTo>
                    <a:pt x="6579188" y="28730"/>
                  </a:lnTo>
                  <a:lnTo>
                    <a:pt x="6663537" y="28730"/>
                  </a:lnTo>
                  <a:lnTo>
                    <a:pt x="6663537" y="28730"/>
                  </a:lnTo>
                  <a:lnTo>
                    <a:pt x="6747886" y="28730"/>
                  </a:lnTo>
                  <a:lnTo>
                    <a:pt x="6747886" y="14352"/>
                  </a:lnTo>
                  <a:lnTo>
                    <a:pt x="6832234" y="14352"/>
                  </a:lnTo>
                  <a:lnTo>
                    <a:pt x="6832234" y="14352"/>
                  </a:lnTo>
                  <a:lnTo>
                    <a:pt x="6916583" y="14352"/>
                  </a:lnTo>
                  <a:lnTo>
                    <a:pt x="6916583" y="14352"/>
                  </a:lnTo>
                  <a:lnTo>
                    <a:pt x="7000931" y="14352"/>
                  </a:lnTo>
                  <a:lnTo>
                    <a:pt x="7000931" y="14352"/>
                  </a:lnTo>
                  <a:lnTo>
                    <a:pt x="7085280" y="14352"/>
                  </a:lnTo>
                  <a:lnTo>
                    <a:pt x="7085280" y="14352"/>
                  </a:lnTo>
                  <a:lnTo>
                    <a:pt x="7169628" y="14352"/>
                  </a:lnTo>
                  <a:lnTo>
                    <a:pt x="7169628" y="14352"/>
                  </a:lnTo>
                  <a:lnTo>
                    <a:pt x="7253977" y="14352"/>
                  </a:lnTo>
                  <a:lnTo>
                    <a:pt x="7253977" y="0"/>
                  </a:lnTo>
                  <a:lnTo>
                    <a:pt x="7338326" y="0"/>
                  </a:lnTo>
                  <a:lnTo>
                    <a:pt x="7338326" y="0"/>
                  </a:lnTo>
                  <a:lnTo>
                    <a:pt x="7422674" y="0"/>
                  </a:lnTo>
                  <a:lnTo>
                    <a:pt x="7422674" y="0"/>
                  </a:lnTo>
                  <a:lnTo>
                    <a:pt x="7507023" y="0"/>
                  </a:lnTo>
                  <a:lnTo>
                    <a:pt x="7507023" y="0"/>
                  </a:lnTo>
                  <a:lnTo>
                    <a:pt x="7591371" y="0"/>
                  </a:ln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tx21"/>
            <p:cNvSpPr/>
            <p:nvPr/>
          </p:nvSpPr>
          <p:spPr>
            <a:xfrm>
              <a:off x="714085" y="5021187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714085" y="4187718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14085" y="3354249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14085" y="2520780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14085" y="1687311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985634" y="5133219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3482213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6012670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543127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90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3777811" y="5285568"/>
              <a:ext cx="2074773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terlipressin initiation</a:t>
              </a:r>
            </a:p>
          </p:txBody>
        </p:sp>
        <p:sp>
          <p:nvSpPr>
            <p:cNvPr id="32" name="tx31"/>
            <p:cNvSpPr/>
            <p:nvPr/>
          </p:nvSpPr>
          <p:spPr>
            <a:xfrm rot="-5400000">
              <a:off x="-166080" y="3343276"/>
              <a:ext cx="1507754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Adjusted CIF  -  Death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3532758" y="5711373"/>
              <a:ext cx="1219718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Alcoholic hepatitis</a:t>
              </a:r>
            </a:p>
          </p:txBody>
        </p:sp>
        <p:sp>
          <p:nvSpPr>
            <p:cNvPr id="34" name="pl33"/>
            <p:cNvSpPr/>
            <p:nvPr/>
          </p:nvSpPr>
          <p:spPr>
            <a:xfrm>
              <a:off x="4850337" y="576605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5390879" y="576605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5123763" y="5722346"/>
              <a:ext cx="16925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AH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5664305" y="5722346"/>
              <a:ext cx="43333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Non-AH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1019512" y="1512092"/>
              <a:ext cx="409971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Continuous covariates at median, categoricals at modal level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019512" y="1264635"/>
              <a:ext cx="5283037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Adjusted 90-day CIF of death  -  ACLF-grade model (no hispanic)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4821428" y="6027613"/>
              <a:ext cx="378945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Outcome: death (cause 1)  |  Competing risk: liver transplant (cause 2)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2026-10-16T11:34:32Z</dcterms:modified>
  <cp:category/>
</cp:coreProperties>
</file>