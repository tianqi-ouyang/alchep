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Adjusted CIF (age + admit_meld_3)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457200" y="1188720"/>
            <a:ext cx="8229600" cy="5029200"/>
            <a:chOff x="457200" y="1188720"/>
            <a:chExt cx="8229600" cy="5029200"/>
          </a:xfrm>
        </p:grpSpPr>
        <p:sp>
          <p:nvSpPr>
            <p:cNvPr id="4" name="pl3"/>
            <p:cNvSpPr/>
            <p:nvPr/>
          </p:nvSpPr>
          <p:spPr>
            <a:xfrm>
              <a:off x="1019512" y="4648161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019512" y="3814692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19512" y="2981223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19512" y="2147754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284741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815198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345656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019512" y="5064895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019512" y="4231426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019512" y="3397957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019512" y="2564488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019512" y="1731019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019512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549970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6080427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8610884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19512" y="3266247"/>
              <a:ext cx="7591371" cy="1798648"/>
            </a:xfrm>
            <a:custGeom>
              <a:avLst/>
              <a:pathLst>
                <a:path w="7591371" h="1798648">
                  <a:moveTo>
                    <a:pt x="0" y="1798648"/>
                  </a:moveTo>
                  <a:lnTo>
                    <a:pt x="84348" y="1798648"/>
                  </a:lnTo>
                  <a:lnTo>
                    <a:pt x="84348" y="1760698"/>
                  </a:lnTo>
                  <a:lnTo>
                    <a:pt x="168697" y="1760698"/>
                  </a:lnTo>
                  <a:lnTo>
                    <a:pt x="168697" y="1722873"/>
                  </a:lnTo>
                  <a:lnTo>
                    <a:pt x="253045" y="1722873"/>
                  </a:lnTo>
                  <a:lnTo>
                    <a:pt x="253045" y="1685054"/>
                  </a:lnTo>
                  <a:lnTo>
                    <a:pt x="337394" y="1685054"/>
                  </a:lnTo>
                  <a:lnTo>
                    <a:pt x="337394" y="1666025"/>
                  </a:lnTo>
                  <a:lnTo>
                    <a:pt x="421742" y="1666025"/>
                  </a:lnTo>
                  <a:lnTo>
                    <a:pt x="421742" y="1628173"/>
                  </a:lnTo>
                  <a:lnTo>
                    <a:pt x="506091" y="1628173"/>
                  </a:lnTo>
                  <a:lnTo>
                    <a:pt x="506091" y="1590478"/>
                  </a:lnTo>
                  <a:lnTo>
                    <a:pt x="590440" y="1590478"/>
                  </a:lnTo>
                  <a:lnTo>
                    <a:pt x="590440" y="1534300"/>
                  </a:lnTo>
                  <a:lnTo>
                    <a:pt x="674788" y="1534300"/>
                  </a:lnTo>
                  <a:lnTo>
                    <a:pt x="674788" y="1515462"/>
                  </a:lnTo>
                  <a:lnTo>
                    <a:pt x="759137" y="1515462"/>
                  </a:lnTo>
                  <a:lnTo>
                    <a:pt x="759137" y="1422725"/>
                  </a:lnTo>
                  <a:lnTo>
                    <a:pt x="843485" y="1422725"/>
                  </a:lnTo>
                  <a:lnTo>
                    <a:pt x="843485" y="1366805"/>
                  </a:lnTo>
                  <a:lnTo>
                    <a:pt x="927834" y="1366805"/>
                  </a:lnTo>
                  <a:lnTo>
                    <a:pt x="927834" y="1292659"/>
                  </a:lnTo>
                  <a:lnTo>
                    <a:pt x="1012182" y="1292659"/>
                  </a:lnTo>
                  <a:lnTo>
                    <a:pt x="1012182" y="1165033"/>
                  </a:lnTo>
                  <a:lnTo>
                    <a:pt x="1096531" y="1165033"/>
                  </a:lnTo>
                  <a:lnTo>
                    <a:pt x="1096531" y="1109484"/>
                  </a:lnTo>
                  <a:lnTo>
                    <a:pt x="1180880" y="1109484"/>
                  </a:lnTo>
                  <a:lnTo>
                    <a:pt x="1180880" y="1072197"/>
                  </a:lnTo>
                  <a:lnTo>
                    <a:pt x="1265228" y="1072197"/>
                  </a:lnTo>
                  <a:lnTo>
                    <a:pt x="1265228" y="1016784"/>
                  </a:lnTo>
                  <a:lnTo>
                    <a:pt x="1349577" y="1016784"/>
                  </a:lnTo>
                  <a:lnTo>
                    <a:pt x="1349577" y="979654"/>
                  </a:lnTo>
                  <a:lnTo>
                    <a:pt x="1433925" y="979654"/>
                  </a:lnTo>
                  <a:lnTo>
                    <a:pt x="1433925" y="942642"/>
                  </a:lnTo>
                  <a:lnTo>
                    <a:pt x="1518274" y="942642"/>
                  </a:lnTo>
                  <a:lnTo>
                    <a:pt x="1518274" y="869403"/>
                  </a:lnTo>
                  <a:lnTo>
                    <a:pt x="1602622" y="869403"/>
                  </a:lnTo>
                  <a:lnTo>
                    <a:pt x="1602622" y="850927"/>
                  </a:lnTo>
                  <a:lnTo>
                    <a:pt x="1686971" y="850927"/>
                  </a:lnTo>
                  <a:lnTo>
                    <a:pt x="1686971" y="832522"/>
                  </a:lnTo>
                  <a:lnTo>
                    <a:pt x="1771320" y="832522"/>
                  </a:lnTo>
                  <a:lnTo>
                    <a:pt x="1771320" y="832522"/>
                  </a:lnTo>
                  <a:lnTo>
                    <a:pt x="1855668" y="832522"/>
                  </a:lnTo>
                  <a:lnTo>
                    <a:pt x="1855668" y="758905"/>
                  </a:lnTo>
                  <a:lnTo>
                    <a:pt x="1940017" y="758905"/>
                  </a:lnTo>
                  <a:lnTo>
                    <a:pt x="1940017" y="758905"/>
                  </a:lnTo>
                  <a:lnTo>
                    <a:pt x="2024365" y="758905"/>
                  </a:lnTo>
                  <a:lnTo>
                    <a:pt x="2024365" y="740453"/>
                  </a:lnTo>
                  <a:lnTo>
                    <a:pt x="2108714" y="740453"/>
                  </a:lnTo>
                  <a:lnTo>
                    <a:pt x="2108714" y="703778"/>
                  </a:lnTo>
                  <a:lnTo>
                    <a:pt x="2193062" y="703778"/>
                  </a:lnTo>
                  <a:lnTo>
                    <a:pt x="2193062" y="631528"/>
                  </a:lnTo>
                  <a:lnTo>
                    <a:pt x="2277411" y="631528"/>
                  </a:lnTo>
                  <a:lnTo>
                    <a:pt x="2277411" y="613306"/>
                  </a:lnTo>
                  <a:lnTo>
                    <a:pt x="2361760" y="613306"/>
                  </a:lnTo>
                  <a:lnTo>
                    <a:pt x="2361760" y="541321"/>
                  </a:lnTo>
                  <a:lnTo>
                    <a:pt x="2446108" y="541321"/>
                  </a:lnTo>
                  <a:lnTo>
                    <a:pt x="2446108" y="487465"/>
                  </a:lnTo>
                  <a:lnTo>
                    <a:pt x="2530457" y="487465"/>
                  </a:lnTo>
                  <a:lnTo>
                    <a:pt x="2530457" y="434098"/>
                  </a:lnTo>
                  <a:lnTo>
                    <a:pt x="2614805" y="434098"/>
                  </a:lnTo>
                  <a:lnTo>
                    <a:pt x="2614805" y="416176"/>
                  </a:lnTo>
                  <a:lnTo>
                    <a:pt x="2699154" y="416176"/>
                  </a:lnTo>
                  <a:lnTo>
                    <a:pt x="2699154" y="416176"/>
                  </a:lnTo>
                  <a:lnTo>
                    <a:pt x="2783503" y="416176"/>
                  </a:lnTo>
                  <a:lnTo>
                    <a:pt x="2783503" y="416176"/>
                  </a:lnTo>
                  <a:lnTo>
                    <a:pt x="2867851" y="416176"/>
                  </a:lnTo>
                  <a:lnTo>
                    <a:pt x="2867851" y="363120"/>
                  </a:lnTo>
                  <a:lnTo>
                    <a:pt x="2952200" y="363120"/>
                  </a:lnTo>
                  <a:lnTo>
                    <a:pt x="2952200" y="327843"/>
                  </a:lnTo>
                  <a:lnTo>
                    <a:pt x="3036548" y="327843"/>
                  </a:lnTo>
                  <a:lnTo>
                    <a:pt x="3036548" y="327843"/>
                  </a:lnTo>
                  <a:lnTo>
                    <a:pt x="3120897" y="327843"/>
                  </a:lnTo>
                  <a:lnTo>
                    <a:pt x="3120897" y="310243"/>
                  </a:lnTo>
                  <a:lnTo>
                    <a:pt x="3205245" y="310243"/>
                  </a:lnTo>
                  <a:lnTo>
                    <a:pt x="3205245" y="292708"/>
                  </a:lnTo>
                  <a:lnTo>
                    <a:pt x="3289594" y="292708"/>
                  </a:lnTo>
                  <a:lnTo>
                    <a:pt x="3289594" y="292708"/>
                  </a:lnTo>
                  <a:lnTo>
                    <a:pt x="3373943" y="292708"/>
                  </a:lnTo>
                  <a:lnTo>
                    <a:pt x="3373943" y="292708"/>
                  </a:lnTo>
                  <a:lnTo>
                    <a:pt x="3458291" y="292708"/>
                  </a:lnTo>
                  <a:lnTo>
                    <a:pt x="3458291" y="292708"/>
                  </a:lnTo>
                  <a:lnTo>
                    <a:pt x="3542640" y="292708"/>
                  </a:lnTo>
                  <a:lnTo>
                    <a:pt x="3542640" y="292708"/>
                  </a:lnTo>
                  <a:lnTo>
                    <a:pt x="3626988" y="292708"/>
                  </a:lnTo>
                  <a:lnTo>
                    <a:pt x="3626988" y="292708"/>
                  </a:lnTo>
                  <a:lnTo>
                    <a:pt x="3711337" y="292708"/>
                  </a:lnTo>
                  <a:lnTo>
                    <a:pt x="3711337" y="292708"/>
                  </a:lnTo>
                  <a:lnTo>
                    <a:pt x="3795685" y="292708"/>
                  </a:lnTo>
                  <a:lnTo>
                    <a:pt x="3795685" y="275230"/>
                  </a:lnTo>
                  <a:lnTo>
                    <a:pt x="3880034" y="275230"/>
                  </a:lnTo>
                  <a:lnTo>
                    <a:pt x="3880034" y="275230"/>
                  </a:lnTo>
                  <a:lnTo>
                    <a:pt x="3964383" y="275230"/>
                  </a:lnTo>
                  <a:lnTo>
                    <a:pt x="3964383" y="257781"/>
                  </a:lnTo>
                  <a:lnTo>
                    <a:pt x="4048731" y="257781"/>
                  </a:lnTo>
                  <a:lnTo>
                    <a:pt x="4048731" y="240355"/>
                  </a:lnTo>
                  <a:lnTo>
                    <a:pt x="4133080" y="240355"/>
                  </a:lnTo>
                  <a:lnTo>
                    <a:pt x="4133080" y="205861"/>
                  </a:lnTo>
                  <a:lnTo>
                    <a:pt x="4217428" y="205861"/>
                  </a:lnTo>
                  <a:lnTo>
                    <a:pt x="4217428" y="205861"/>
                  </a:lnTo>
                  <a:lnTo>
                    <a:pt x="4301777" y="205861"/>
                  </a:lnTo>
                  <a:lnTo>
                    <a:pt x="4301777" y="205861"/>
                  </a:lnTo>
                  <a:lnTo>
                    <a:pt x="4386125" y="205861"/>
                  </a:lnTo>
                  <a:lnTo>
                    <a:pt x="4386125" y="188562"/>
                  </a:lnTo>
                  <a:lnTo>
                    <a:pt x="4470474" y="188562"/>
                  </a:lnTo>
                  <a:lnTo>
                    <a:pt x="4470474" y="188562"/>
                  </a:lnTo>
                  <a:lnTo>
                    <a:pt x="4554823" y="188562"/>
                  </a:lnTo>
                  <a:lnTo>
                    <a:pt x="4554823" y="171318"/>
                  </a:lnTo>
                  <a:lnTo>
                    <a:pt x="4639171" y="171318"/>
                  </a:lnTo>
                  <a:lnTo>
                    <a:pt x="4639171" y="171318"/>
                  </a:lnTo>
                  <a:lnTo>
                    <a:pt x="4723520" y="171318"/>
                  </a:lnTo>
                  <a:lnTo>
                    <a:pt x="4723520" y="171318"/>
                  </a:lnTo>
                  <a:lnTo>
                    <a:pt x="4807868" y="171318"/>
                  </a:lnTo>
                  <a:lnTo>
                    <a:pt x="4807868" y="171318"/>
                  </a:lnTo>
                  <a:lnTo>
                    <a:pt x="4892217" y="171318"/>
                  </a:lnTo>
                  <a:lnTo>
                    <a:pt x="4892217" y="171318"/>
                  </a:lnTo>
                  <a:lnTo>
                    <a:pt x="4976565" y="171318"/>
                  </a:lnTo>
                  <a:lnTo>
                    <a:pt x="4976565" y="154103"/>
                  </a:lnTo>
                  <a:lnTo>
                    <a:pt x="5060914" y="154103"/>
                  </a:lnTo>
                  <a:lnTo>
                    <a:pt x="5060914" y="119973"/>
                  </a:lnTo>
                  <a:lnTo>
                    <a:pt x="5145263" y="119973"/>
                  </a:lnTo>
                  <a:lnTo>
                    <a:pt x="5145263" y="119973"/>
                  </a:lnTo>
                  <a:lnTo>
                    <a:pt x="5229611" y="119973"/>
                  </a:lnTo>
                  <a:lnTo>
                    <a:pt x="5229611" y="119973"/>
                  </a:lnTo>
                  <a:lnTo>
                    <a:pt x="5313960" y="119973"/>
                  </a:lnTo>
                  <a:lnTo>
                    <a:pt x="5313960" y="119973"/>
                  </a:lnTo>
                  <a:lnTo>
                    <a:pt x="5398308" y="119973"/>
                  </a:lnTo>
                  <a:lnTo>
                    <a:pt x="5398308" y="102926"/>
                  </a:lnTo>
                  <a:lnTo>
                    <a:pt x="5482657" y="102926"/>
                  </a:lnTo>
                  <a:lnTo>
                    <a:pt x="5482657" y="85964"/>
                  </a:lnTo>
                  <a:lnTo>
                    <a:pt x="5567006" y="85964"/>
                  </a:lnTo>
                  <a:lnTo>
                    <a:pt x="5567006" y="85964"/>
                  </a:lnTo>
                  <a:lnTo>
                    <a:pt x="5651354" y="85964"/>
                  </a:lnTo>
                  <a:lnTo>
                    <a:pt x="5651354" y="85964"/>
                  </a:lnTo>
                  <a:lnTo>
                    <a:pt x="5735703" y="85964"/>
                  </a:lnTo>
                  <a:lnTo>
                    <a:pt x="5735703" y="68979"/>
                  </a:lnTo>
                  <a:lnTo>
                    <a:pt x="5820051" y="68979"/>
                  </a:lnTo>
                  <a:lnTo>
                    <a:pt x="5820051" y="68979"/>
                  </a:lnTo>
                  <a:lnTo>
                    <a:pt x="5904400" y="68979"/>
                  </a:lnTo>
                  <a:lnTo>
                    <a:pt x="5904400" y="68979"/>
                  </a:lnTo>
                  <a:lnTo>
                    <a:pt x="5988748" y="68979"/>
                  </a:lnTo>
                  <a:lnTo>
                    <a:pt x="5988748" y="68979"/>
                  </a:lnTo>
                  <a:lnTo>
                    <a:pt x="6073097" y="68979"/>
                  </a:lnTo>
                  <a:lnTo>
                    <a:pt x="6073097" y="68979"/>
                  </a:lnTo>
                  <a:lnTo>
                    <a:pt x="6157446" y="68979"/>
                  </a:lnTo>
                  <a:lnTo>
                    <a:pt x="6157446" y="34503"/>
                  </a:lnTo>
                  <a:lnTo>
                    <a:pt x="6241794" y="34503"/>
                  </a:lnTo>
                  <a:lnTo>
                    <a:pt x="6241794" y="34503"/>
                  </a:lnTo>
                  <a:lnTo>
                    <a:pt x="6326143" y="34503"/>
                  </a:lnTo>
                  <a:lnTo>
                    <a:pt x="6326143" y="34503"/>
                  </a:lnTo>
                  <a:lnTo>
                    <a:pt x="6410491" y="34503"/>
                  </a:lnTo>
                  <a:lnTo>
                    <a:pt x="6410491" y="34503"/>
                  </a:lnTo>
                  <a:lnTo>
                    <a:pt x="6494840" y="34503"/>
                  </a:lnTo>
                  <a:lnTo>
                    <a:pt x="6494840" y="34503"/>
                  </a:lnTo>
                  <a:lnTo>
                    <a:pt x="6579188" y="34503"/>
                  </a:lnTo>
                  <a:lnTo>
                    <a:pt x="6579188" y="34503"/>
                  </a:lnTo>
                  <a:lnTo>
                    <a:pt x="6663537" y="34503"/>
                  </a:lnTo>
                  <a:lnTo>
                    <a:pt x="6663537" y="34503"/>
                  </a:lnTo>
                  <a:lnTo>
                    <a:pt x="6747886" y="34503"/>
                  </a:lnTo>
                  <a:lnTo>
                    <a:pt x="6747886" y="17212"/>
                  </a:lnTo>
                  <a:lnTo>
                    <a:pt x="6832234" y="17212"/>
                  </a:lnTo>
                  <a:lnTo>
                    <a:pt x="6832234" y="17212"/>
                  </a:lnTo>
                  <a:lnTo>
                    <a:pt x="6916583" y="17212"/>
                  </a:lnTo>
                  <a:lnTo>
                    <a:pt x="6916583" y="17212"/>
                  </a:lnTo>
                  <a:lnTo>
                    <a:pt x="7000931" y="17212"/>
                  </a:lnTo>
                  <a:lnTo>
                    <a:pt x="7000931" y="17212"/>
                  </a:lnTo>
                  <a:lnTo>
                    <a:pt x="7085280" y="17212"/>
                  </a:lnTo>
                  <a:lnTo>
                    <a:pt x="7085280" y="17212"/>
                  </a:lnTo>
                  <a:lnTo>
                    <a:pt x="7169628" y="17212"/>
                  </a:lnTo>
                  <a:lnTo>
                    <a:pt x="7169628" y="17212"/>
                  </a:lnTo>
                  <a:lnTo>
                    <a:pt x="7253977" y="17212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019512" y="3772121"/>
              <a:ext cx="7591371" cy="1292774"/>
            </a:xfrm>
            <a:custGeom>
              <a:avLst/>
              <a:pathLst>
                <a:path w="7591371" h="1292774">
                  <a:moveTo>
                    <a:pt x="0" y="1292774"/>
                  </a:moveTo>
                  <a:lnTo>
                    <a:pt x="84348" y="1292774"/>
                  </a:lnTo>
                  <a:lnTo>
                    <a:pt x="84348" y="1268712"/>
                  </a:lnTo>
                  <a:lnTo>
                    <a:pt x="168697" y="1268712"/>
                  </a:lnTo>
                  <a:lnTo>
                    <a:pt x="168697" y="1244627"/>
                  </a:lnTo>
                  <a:lnTo>
                    <a:pt x="253045" y="1244627"/>
                  </a:lnTo>
                  <a:lnTo>
                    <a:pt x="253045" y="1220444"/>
                  </a:lnTo>
                  <a:lnTo>
                    <a:pt x="337394" y="1220444"/>
                  </a:lnTo>
                  <a:lnTo>
                    <a:pt x="337394" y="1208236"/>
                  </a:lnTo>
                  <a:lnTo>
                    <a:pt x="421742" y="1208236"/>
                  </a:lnTo>
                  <a:lnTo>
                    <a:pt x="421742" y="1183874"/>
                  </a:lnTo>
                  <a:lnTo>
                    <a:pt x="506091" y="1183874"/>
                  </a:lnTo>
                  <a:lnTo>
                    <a:pt x="506091" y="1159506"/>
                  </a:lnTo>
                  <a:lnTo>
                    <a:pt x="590440" y="1159506"/>
                  </a:lnTo>
                  <a:lnTo>
                    <a:pt x="590440" y="1122988"/>
                  </a:lnTo>
                  <a:lnTo>
                    <a:pt x="674788" y="1122988"/>
                  </a:lnTo>
                  <a:lnTo>
                    <a:pt x="674788" y="1110688"/>
                  </a:lnTo>
                  <a:lnTo>
                    <a:pt x="759137" y="1110688"/>
                  </a:lnTo>
                  <a:lnTo>
                    <a:pt x="759137" y="1049724"/>
                  </a:lnTo>
                  <a:lnTo>
                    <a:pt x="843485" y="1049724"/>
                  </a:lnTo>
                  <a:lnTo>
                    <a:pt x="843485" y="1012623"/>
                  </a:lnTo>
                  <a:lnTo>
                    <a:pt x="927834" y="1012623"/>
                  </a:lnTo>
                  <a:lnTo>
                    <a:pt x="927834" y="963023"/>
                  </a:lnTo>
                  <a:lnTo>
                    <a:pt x="1012182" y="963023"/>
                  </a:lnTo>
                  <a:lnTo>
                    <a:pt x="1012182" y="876513"/>
                  </a:lnTo>
                  <a:lnTo>
                    <a:pt x="1096531" y="876513"/>
                  </a:lnTo>
                  <a:lnTo>
                    <a:pt x="1096531" y="838393"/>
                  </a:lnTo>
                  <a:lnTo>
                    <a:pt x="1180880" y="838393"/>
                  </a:lnTo>
                  <a:lnTo>
                    <a:pt x="1180880" y="812639"/>
                  </a:lnTo>
                  <a:lnTo>
                    <a:pt x="1265228" y="812639"/>
                  </a:lnTo>
                  <a:lnTo>
                    <a:pt x="1265228" y="774115"/>
                  </a:lnTo>
                  <a:lnTo>
                    <a:pt x="1349577" y="774115"/>
                  </a:lnTo>
                  <a:lnTo>
                    <a:pt x="1349577" y="748130"/>
                  </a:lnTo>
                  <a:lnTo>
                    <a:pt x="1433925" y="748130"/>
                  </a:lnTo>
                  <a:lnTo>
                    <a:pt x="1433925" y="722086"/>
                  </a:lnTo>
                  <a:lnTo>
                    <a:pt x="1518274" y="722086"/>
                  </a:lnTo>
                  <a:lnTo>
                    <a:pt x="1518274" y="670126"/>
                  </a:lnTo>
                  <a:lnTo>
                    <a:pt x="1602622" y="670126"/>
                  </a:lnTo>
                  <a:lnTo>
                    <a:pt x="1602622" y="656926"/>
                  </a:lnTo>
                  <a:lnTo>
                    <a:pt x="1686971" y="656926"/>
                  </a:lnTo>
                  <a:lnTo>
                    <a:pt x="1686971" y="643741"/>
                  </a:lnTo>
                  <a:lnTo>
                    <a:pt x="1771320" y="643741"/>
                  </a:lnTo>
                  <a:lnTo>
                    <a:pt x="1771320" y="643741"/>
                  </a:lnTo>
                  <a:lnTo>
                    <a:pt x="1855668" y="643741"/>
                  </a:lnTo>
                  <a:lnTo>
                    <a:pt x="1855668" y="590618"/>
                  </a:lnTo>
                  <a:lnTo>
                    <a:pt x="1940017" y="590618"/>
                  </a:lnTo>
                  <a:lnTo>
                    <a:pt x="1940017" y="590618"/>
                  </a:lnTo>
                  <a:lnTo>
                    <a:pt x="2024365" y="590618"/>
                  </a:lnTo>
                  <a:lnTo>
                    <a:pt x="2024365" y="577206"/>
                  </a:lnTo>
                  <a:lnTo>
                    <a:pt x="2108714" y="577206"/>
                  </a:lnTo>
                  <a:lnTo>
                    <a:pt x="2108714" y="550427"/>
                  </a:lnTo>
                  <a:lnTo>
                    <a:pt x="2193062" y="550427"/>
                  </a:lnTo>
                  <a:lnTo>
                    <a:pt x="2193062" y="497198"/>
                  </a:lnTo>
                  <a:lnTo>
                    <a:pt x="2277411" y="497198"/>
                  </a:lnTo>
                  <a:lnTo>
                    <a:pt x="2277411" y="483670"/>
                  </a:lnTo>
                  <a:lnTo>
                    <a:pt x="2361760" y="483670"/>
                  </a:lnTo>
                  <a:lnTo>
                    <a:pt x="2361760" y="429814"/>
                  </a:lnTo>
                  <a:lnTo>
                    <a:pt x="2446108" y="429814"/>
                  </a:lnTo>
                  <a:lnTo>
                    <a:pt x="2446108" y="389071"/>
                  </a:lnTo>
                  <a:lnTo>
                    <a:pt x="2530457" y="389071"/>
                  </a:lnTo>
                  <a:lnTo>
                    <a:pt x="2530457" y="348303"/>
                  </a:lnTo>
                  <a:lnTo>
                    <a:pt x="2614805" y="348303"/>
                  </a:lnTo>
                  <a:lnTo>
                    <a:pt x="2614805" y="334522"/>
                  </a:lnTo>
                  <a:lnTo>
                    <a:pt x="2699154" y="334522"/>
                  </a:lnTo>
                  <a:lnTo>
                    <a:pt x="2699154" y="334522"/>
                  </a:lnTo>
                  <a:lnTo>
                    <a:pt x="2783503" y="334522"/>
                  </a:lnTo>
                  <a:lnTo>
                    <a:pt x="2783503" y="334522"/>
                  </a:lnTo>
                  <a:lnTo>
                    <a:pt x="2867851" y="334522"/>
                  </a:lnTo>
                  <a:lnTo>
                    <a:pt x="2867851" y="293448"/>
                  </a:lnTo>
                  <a:lnTo>
                    <a:pt x="2952200" y="293448"/>
                  </a:lnTo>
                  <a:lnTo>
                    <a:pt x="2952200" y="265904"/>
                  </a:lnTo>
                  <a:lnTo>
                    <a:pt x="3036548" y="265904"/>
                  </a:lnTo>
                  <a:lnTo>
                    <a:pt x="3036548" y="265904"/>
                  </a:lnTo>
                  <a:lnTo>
                    <a:pt x="3120897" y="265904"/>
                  </a:lnTo>
                  <a:lnTo>
                    <a:pt x="3120897" y="252091"/>
                  </a:lnTo>
                  <a:lnTo>
                    <a:pt x="3205245" y="252091"/>
                  </a:lnTo>
                  <a:lnTo>
                    <a:pt x="3205245" y="238280"/>
                  </a:lnTo>
                  <a:lnTo>
                    <a:pt x="3289594" y="238280"/>
                  </a:lnTo>
                  <a:lnTo>
                    <a:pt x="3289594" y="238280"/>
                  </a:lnTo>
                  <a:lnTo>
                    <a:pt x="3373943" y="238280"/>
                  </a:lnTo>
                  <a:lnTo>
                    <a:pt x="3373943" y="238280"/>
                  </a:lnTo>
                  <a:lnTo>
                    <a:pt x="3458291" y="238280"/>
                  </a:lnTo>
                  <a:lnTo>
                    <a:pt x="3458291" y="238280"/>
                  </a:lnTo>
                  <a:lnTo>
                    <a:pt x="3542640" y="238280"/>
                  </a:lnTo>
                  <a:lnTo>
                    <a:pt x="3542640" y="238280"/>
                  </a:lnTo>
                  <a:lnTo>
                    <a:pt x="3626988" y="238280"/>
                  </a:lnTo>
                  <a:lnTo>
                    <a:pt x="3626988" y="238280"/>
                  </a:lnTo>
                  <a:lnTo>
                    <a:pt x="3711337" y="238280"/>
                  </a:lnTo>
                  <a:lnTo>
                    <a:pt x="3711337" y="238280"/>
                  </a:lnTo>
                  <a:lnTo>
                    <a:pt x="3795685" y="238280"/>
                  </a:lnTo>
                  <a:lnTo>
                    <a:pt x="3795685" y="224466"/>
                  </a:lnTo>
                  <a:lnTo>
                    <a:pt x="3880034" y="224466"/>
                  </a:lnTo>
                  <a:lnTo>
                    <a:pt x="3880034" y="224466"/>
                  </a:lnTo>
                  <a:lnTo>
                    <a:pt x="3964383" y="224466"/>
                  </a:lnTo>
                  <a:lnTo>
                    <a:pt x="3964383" y="210627"/>
                  </a:lnTo>
                  <a:lnTo>
                    <a:pt x="4048731" y="210627"/>
                  </a:lnTo>
                  <a:lnTo>
                    <a:pt x="4048731" y="196755"/>
                  </a:lnTo>
                  <a:lnTo>
                    <a:pt x="4133080" y="196755"/>
                  </a:lnTo>
                  <a:lnTo>
                    <a:pt x="4133080" y="169149"/>
                  </a:lnTo>
                  <a:lnTo>
                    <a:pt x="4217428" y="169149"/>
                  </a:lnTo>
                  <a:lnTo>
                    <a:pt x="4217428" y="169149"/>
                  </a:lnTo>
                  <a:lnTo>
                    <a:pt x="4301777" y="169149"/>
                  </a:lnTo>
                  <a:lnTo>
                    <a:pt x="4301777" y="169149"/>
                  </a:lnTo>
                  <a:lnTo>
                    <a:pt x="4386125" y="169149"/>
                  </a:lnTo>
                  <a:lnTo>
                    <a:pt x="4386125" y="155228"/>
                  </a:lnTo>
                  <a:lnTo>
                    <a:pt x="4470474" y="155228"/>
                  </a:lnTo>
                  <a:lnTo>
                    <a:pt x="4470474" y="155228"/>
                  </a:lnTo>
                  <a:lnTo>
                    <a:pt x="4554823" y="155228"/>
                  </a:lnTo>
                  <a:lnTo>
                    <a:pt x="4554823" y="141301"/>
                  </a:lnTo>
                  <a:lnTo>
                    <a:pt x="4639171" y="141301"/>
                  </a:lnTo>
                  <a:lnTo>
                    <a:pt x="4639171" y="141301"/>
                  </a:lnTo>
                  <a:lnTo>
                    <a:pt x="4723520" y="141301"/>
                  </a:lnTo>
                  <a:lnTo>
                    <a:pt x="4723520" y="141301"/>
                  </a:lnTo>
                  <a:lnTo>
                    <a:pt x="4807868" y="141301"/>
                  </a:lnTo>
                  <a:lnTo>
                    <a:pt x="4807868" y="141301"/>
                  </a:lnTo>
                  <a:lnTo>
                    <a:pt x="4892217" y="141301"/>
                  </a:lnTo>
                  <a:lnTo>
                    <a:pt x="4892217" y="141301"/>
                  </a:lnTo>
                  <a:lnTo>
                    <a:pt x="4976565" y="141301"/>
                  </a:lnTo>
                  <a:lnTo>
                    <a:pt x="4976565" y="127346"/>
                  </a:lnTo>
                  <a:lnTo>
                    <a:pt x="5060914" y="127346"/>
                  </a:lnTo>
                  <a:lnTo>
                    <a:pt x="5060914" y="99523"/>
                  </a:lnTo>
                  <a:lnTo>
                    <a:pt x="5145263" y="99523"/>
                  </a:lnTo>
                  <a:lnTo>
                    <a:pt x="5145263" y="99523"/>
                  </a:lnTo>
                  <a:lnTo>
                    <a:pt x="5229611" y="99523"/>
                  </a:lnTo>
                  <a:lnTo>
                    <a:pt x="5229611" y="99523"/>
                  </a:lnTo>
                  <a:lnTo>
                    <a:pt x="5313960" y="99523"/>
                  </a:lnTo>
                  <a:lnTo>
                    <a:pt x="5313960" y="99523"/>
                  </a:lnTo>
                  <a:lnTo>
                    <a:pt x="5398308" y="99523"/>
                  </a:lnTo>
                  <a:lnTo>
                    <a:pt x="5398308" y="85547"/>
                  </a:lnTo>
                  <a:lnTo>
                    <a:pt x="5482657" y="85547"/>
                  </a:lnTo>
                  <a:lnTo>
                    <a:pt x="5482657" y="71588"/>
                  </a:lnTo>
                  <a:lnTo>
                    <a:pt x="5567006" y="71588"/>
                  </a:lnTo>
                  <a:lnTo>
                    <a:pt x="5567006" y="71588"/>
                  </a:lnTo>
                  <a:lnTo>
                    <a:pt x="5651354" y="71588"/>
                  </a:lnTo>
                  <a:lnTo>
                    <a:pt x="5651354" y="71588"/>
                  </a:lnTo>
                  <a:lnTo>
                    <a:pt x="5735703" y="71588"/>
                  </a:lnTo>
                  <a:lnTo>
                    <a:pt x="5735703" y="57557"/>
                  </a:lnTo>
                  <a:lnTo>
                    <a:pt x="5820051" y="57557"/>
                  </a:lnTo>
                  <a:lnTo>
                    <a:pt x="5820051" y="57557"/>
                  </a:lnTo>
                  <a:lnTo>
                    <a:pt x="5904400" y="57557"/>
                  </a:lnTo>
                  <a:lnTo>
                    <a:pt x="5904400" y="57557"/>
                  </a:lnTo>
                  <a:lnTo>
                    <a:pt x="5988748" y="57557"/>
                  </a:lnTo>
                  <a:lnTo>
                    <a:pt x="5988748" y="57557"/>
                  </a:lnTo>
                  <a:lnTo>
                    <a:pt x="6073097" y="57557"/>
                  </a:lnTo>
                  <a:lnTo>
                    <a:pt x="6073097" y="57557"/>
                  </a:lnTo>
                  <a:lnTo>
                    <a:pt x="6157446" y="57557"/>
                  </a:lnTo>
                  <a:lnTo>
                    <a:pt x="6157446" y="28906"/>
                  </a:lnTo>
                  <a:lnTo>
                    <a:pt x="6241794" y="28906"/>
                  </a:lnTo>
                  <a:lnTo>
                    <a:pt x="6241794" y="28906"/>
                  </a:lnTo>
                  <a:lnTo>
                    <a:pt x="6326143" y="28906"/>
                  </a:lnTo>
                  <a:lnTo>
                    <a:pt x="6326143" y="28906"/>
                  </a:lnTo>
                  <a:lnTo>
                    <a:pt x="6410491" y="28906"/>
                  </a:lnTo>
                  <a:lnTo>
                    <a:pt x="6410491" y="28906"/>
                  </a:lnTo>
                  <a:lnTo>
                    <a:pt x="6494840" y="28906"/>
                  </a:lnTo>
                  <a:lnTo>
                    <a:pt x="6494840" y="28906"/>
                  </a:lnTo>
                  <a:lnTo>
                    <a:pt x="6579188" y="28906"/>
                  </a:lnTo>
                  <a:lnTo>
                    <a:pt x="6579188" y="28906"/>
                  </a:lnTo>
                  <a:lnTo>
                    <a:pt x="6663537" y="28906"/>
                  </a:lnTo>
                  <a:lnTo>
                    <a:pt x="6663537" y="28906"/>
                  </a:lnTo>
                  <a:lnTo>
                    <a:pt x="6747886" y="28906"/>
                  </a:lnTo>
                  <a:lnTo>
                    <a:pt x="6747886" y="14449"/>
                  </a:lnTo>
                  <a:lnTo>
                    <a:pt x="6832234" y="14449"/>
                  </a:lnTo>
                  <a:lnTo>
                    <a:pt x="6832234" y="14449"/>
                  </a:lnTo>
                  <a:lnTo>
                    <a:pt x="6916583" y="14449"/>
                  </a:lnTo>
                  <a:lnTo>
                    <a:pt x="6916583" y="14449"/>
                  </a:lnTo>
                  <a:lnTo>
                    <a:pt x="7000931" y="14449"/>
                  </a:lnTo>
                  <a:lnTo>
                    <a:pt x="7000931" y="14449"/>
                  </a:lnTo>
                  <a:lnTo>
                    <a:pt x="7085280" y="14449"/>
                  </a:lnTo>
                  <a:lnTo>
                    <a:pt x="7085280" y="14449"/>
                  </a:lnTo>
                  <a:lnTo>
                    <a:pt x="7169628" y="14449"/>
                  </a:lnTo>
                  <a:lnTo>
                    <a:pt x="7169628" y="14449"/>
                  </a:lnTo>
                  <a:lnTo>
                    <a:pt x="7253977" y="14449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714085" y="5021187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14085" y="4187718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14085" y="3354249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14085" y="2520780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14085" y="1687311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85634" y="5133219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3482213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012670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543127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3777811" y="5285568"/>
              <a:ext cx="2074773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terlipressin initiation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-166080" y="3343276"/>
              <a:ext cx="1507754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CIF  -  Death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532758" y="5711373"/>
              <a:ext cx="1219718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Alcoholic hepatitis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4850337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5390879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5123763" y="5722346"/>
              <a:ext cx="16925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AH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5664305" y="5722346"/>
              <a:ext cx="43333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Non-AH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019512" y="1512092"/>
              <a:ext cx="2219431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Continuous covariates at median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019512" y="1264635"/>
              <a:ext cx="4302892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90-day CIF of death  -  age + admit_meld_3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821428" y="6027613"/>
              <a:ext cx="378945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Outcome: death (cause 1)  |  Competing risk: liver transplant (cause 2)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2026-10-16T11:34:33Z</dcterms:modified>
  <cp:category/>
</cp:coreProperties>
</file>