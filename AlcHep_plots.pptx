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1321989be510e5f67ae98386b979688fa0e8b586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Unadjusted 90-day cumulative incidence of death (AH vs. non-AH)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Adjusted CIF (MELD 3.0 model)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464816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38146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298122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14775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06489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23142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39795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5644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696228"/>
              <a:ext cx="7591371" cy="1368667"/>
            </a:xfrm>
            <a:custGeom>
              <a:avLst/>
              <a:pathLst>
                <a:path w="7591371" h="1368667">
                  <a:moveTo>
                    <a:pt x="0" y="1368667"/>
                  </a:moveTo>
                  <a:lnTo>
                    <a:pt x="84348" y="1368667"/>
                  </a:lnTo>
                  <a:lnTo>
                    <a:pt x="84348" y="1342830"/>
                  </a:lnTo>
                  <a:lnTo>
                    <a:pt x="168697" y="1342830"/>
                  </a:lnTo>
                  <a:lnTo>
                    <a:pt x="168697" y="1316984"/>
                  </a:lnTo>
                  <a:lnTo>
                    <a:pt x="253045" y="1316984"/>
                  </a:lnTo>
                  <a:lnTo>
                    <a:pt x="253045" y="1291034"/>
                  </a:lnTo>
                  <a:lnTo>
                    <a:pt x="337394" y="1291034"/>
                  </a:lnTo>
                  <a:lnTo>
                    <a:pt x="337394" y="1277935"/>
                  </a:lnTo>
                  <a:lnTo>
                    <a:pt x="421742" y="1277935"/>
                  </a:lnTo>
                  <a:lnTo>
                    <a:pt x="421742" y="1251798"/>
                  </a:lnTo>
                  <a:lnTo>
                    <a:pt x="506091" y="1251798"/>
                  </a:lnTo>
                  <a:lnTo>
                    <a:pt x="506091" y="1225679"/>
                  </a:lnTo>
                  <a:lnTo>
                    <a:pt x="590440" y="1225679"/>
                  </a:lnTo>
                  <a:lnTo>
                    <a:pt x="590440" y="1186560"/>
                  </a:lnTo>
                  <a:lnTo>
                    <a:pt x="674788" y="1186560"/>
                  </a:lnTo>
                  <a:lnTo>
                    <a:pt x="674788" y="1173390"/>
                  </a:lnTo>
                  <a:lnTo>
                    <a:pt x="759137" y="1173390"/>
                  </a:lnTo>
                  <a:lnTo>
                    <a:pt x="759137" y="1108182"/>
                  </a:lnTo>
                  <a:lnTo>
                    <a:pt x="843485" y="1108182"/>
                  </a:lnTo>
                  <a:lnTo>
                    <a:pt x="843485" y="1068521"/>
                  </a:lnTo>
                  <a:lnTo>
                    <a:pt x="927834" y="1068521"/>
                  </a:lnTo>
                  <a:lnTo>
                    <a:pt x="927834" y="1015534"/>
                  </a:lnTo>
                  <a:lnTo>
                    <a:pt x="1012182" y="1015534"/>
                  </a:lnTo>
                  <a:lnTo>
                    <a:pt x="1012182" y="923324"/>
                  </a:lnTo>
                  <a:lnTo>
                    <a:pt x="1096531" y="923324"/>
                  </a:lnTo>
                  <a:lnTo>
                    <a:pt x="1096531" y="882677"/>
                  </a:lnTo>
                  <a:lnTo>
                    <a:pt x="1180880" y="882677"/>
                  </a:lnTo>
                  <a:lnTo>
                    <a:pt x="1180880" y="855223"/>
                  </a:lnTo>
                  <a:lnTo>
                    <a:pt x="1265228" y="855223"/>
                  </a:lnTo>
                  <a:lnTo>
                    <a:pt x="1265228" y="814252"/>
                  </a:lnTo>
                  <a:lnTo>
                    <a:pt x="1349577" y="814252"/>
                  </a:lnTo>
                  <a:lnTo>
                    <a:pt x="1349577" y="786622"/>
                  </a:lnTo>
                  <a:lnTo>
                    <a:pt x="1433925" y="786622"/>
                  </a:lnTo>
                  <a:lnTo>
                    <a:pt x="1433925" y="758926"/>
                  </a:lnTo>
                  <a:lnTo>
                    <a:pt x="1518274" y="758926"/>
                  </a:lnTo>
                  <a:lnTo>
                    <a:pt x="1518274" y="703762"/>
                  </a:lnTo>
                  <a:lnTo>
                    <a:pt x="1602622" y="703762"/>
                  </a:lnTo>
                  <a:lnTo>
                    <a:pt x="1602622" y="689787"/>
                  </a:lnTo>
                  <a:lnTo>
                    <a:pt x="1686971" y="689787"/>
                  </a:lnTo>
                  <a:lnTo>
                    <a:pt x="1686971" y="675836"/>
                  </a:lnTo>
                  <a:lnTo>
                    <a:pt x="1771320" y="675836"/>
                  </a:lnTo>
                  <a:lnTo>
                    <a:pt x="1771320" y="675836"/>
                  </a:lnTo>
                  <a:lnTo>
                    <a:pt x="1855668" y="675836"/>
                  </a:lnTo>
                  <a:lnTo>
                    <a:pt x="1855668" y="619655"/>
                  </a:lnTo>
                  <a:lnTo>
                    <a:pt x="1940017" y="619655"/>
                  </a:lnTo>
                  <a:lnTo>
                    <a:pt x="1940017" y="619655"/>
                  </a:lnTo>
                  <a:lnTo>
                    <a:pt x="2024365" y="619655"/>
                  </a:lnTo>
                  <a:lnTo>
                    <a:pt x="2024365" y="605489"/>
                  </a:lnTo>
                  <a:lnTo>
                    <a:pt x="2108714" y="605489"/>
                  </a:lnTo>
                  <a:lnTo>
                    <a:pt x="2108714" y="577214"/>
                  </a:lnTo>
                  <a:lnTo>
                    <a:pt x="2193062" y="577214"/>
                  </a:lnTo>
                  <a:lnTo>
                    <a:pt x="2193062" y="521098"/>
                  </a:lnTo>
                  <a:lnTo>
                    <a:pt x="2277411" y="521098"/>
                  </a:lnTo>
                  <a:lnTo>
                    <a:pt x="2277411" y="506823"/>
                  </a:lnTo>
                  <a:lnTo>
                    <a:pt x="2361760" y="506823"/>
                  </a:lnTo>
                  <a:lnTo>
                    <a:pt x="2361760" y="450016"/>
                  </a:lnTo>
                  <a:lnTo>
                    <a:pt x="2446108" y="450016"/>
                  </a:lnTo>
                  <a:lnTo>
                    <a:pt x="2446108" y="407143"/>
                  </a:lnTo>
                  <a:lnTo>
                    <a:pt x="2530457" y="407143"/>
                  </a:lnTo>
                  <a:lnTo>
                    <a:pt x="2530457" y="364273"/>
                  </a:lnTo>
                  <a:lnTo>
                    <a:pt x="2614805" y="364273"/>
                  </a:lnTo>
                  <a:lnTo>
                    <a:pt x="2614805" y="349789"/>
                  </a:lnTo>
                  <a:lnTo>
                    <a:pt x="2699154" y="349789"/>
                  </a:lnTo>
                  <a:lnTo>
                    <a:pt x="2699154" y="349789"/>
                  </a:lnTo>
                  <a:lnTo>
                    <a:pt x="2783503" y="349789"/>
                  </a:lnTo>
                  <a:lnTo>
                    <a:pt x="2783503" y="349789"/>
                  </a:lnTo>
                  <a:lnTo>
                    <a:pt x="2867851" y="349789"/>
                  </a:lnTo>
                  <a:lnTo>
                    <a:pt x="2867851" y="306644"/>
                  </a:lnTo>
                  <a:lnTo>
                    <a:pt x="2952200" y="306644"/>
                  </a:lnTo>
                  <a:lnTo>
                    <a:pt x="2952200" y="277700"/>
                  </a:lnTo>
                  <a:lnTo>
                    <a:pt x="3036548" y="277700"/>
                  </a:lnTo>
                  <a:lnTo>
                    <a:pt x="3036548" y="277700"/>
                  </a:lnTo>
                  <a:lnTo>
                    <a:pt x="3120897" y="277700"/>
                  </a:lnTo>
                  <a:lnTo>
                    <a:pt x="3120897" y="263200"/>
                  </a:lnTo>
                  <a:lnTo>
                    <a:pt x="3205245" y="263200"/>
                  </a:lnTo>
                  <a:lnTo>
                    <a:pt x="3205245" y="248715"/>
                  </a:lnTo>
                  <a:lnTo>
                    <a:pt x="3289594" y="248715"/>
                  </a:lnTo>
                  <a:lnTo>
                    <a:pt x="3289594" y="248715"/>
                  </a:lnTo>
                  <a:lnTo>
                    <a:pt x="3373943" y="248715"/>
                  </a:lnTo>
                  <a:lnTo>
                    <a:pt x="3373943" y="248715"/>
                  </a:lnTo>
                  <a:lnTo>
                    <a:pt x="3458291" y="248715"/>
                  </a:lnTo>
                  <a:lnTo>
                    <a:pt x="3458291" y="248715"/>
                  </a:lnTo>
                  <a:lnTo>
                    <a:pt x="3542640" y="248715"/>
                  </a:lnTo>
                  <a:lnTo>
                    <a:pt x="3542640" y="248715"/>
                  </a:lnTo>
                  <a:lnTo>
                    <a:pt x="3626988" y="248715"/>
                  </a:lnTo>
                  <a:lnTo>
                    <a:pt x="3626988" y="248715"/>
                  </a:lnTo>
                  <a:lnTo>
                    <a:pt x="3711337" y="248715"/>
                  </a:lnTo>
                  <a:lnTo>
                    <a:pt x="3711337" y="248715"/>
                  </a:lnTo>
                  <a:lnTo>
                    <a:pt x="3795685" y="248715"/>
                  </a:lnTo>
                  <a:lnTo>
                    <a:pt x="3795685" y="234241"/>
                  </a:lnTo>
                  <a:lnTo>
                    <a:pt x="3880034" y="234241"/>
                  </a:lnTo>
                  <a:lnTo>
                    <a:pt x="3880034" y="234241"/>
                  </a:lnTo>
                  <a:lnTo>
                    <a:pt x="3964383" y="234241"/>
                  </a:lnTo>
                  <a:lnTo>
                    <a:pt x="3964383" y="219752"/>
                  </a:lnTo>
                  <a:lnTo>
                    <a:pt x="4048731" y="219752"/>
                  </a:lnTo>
                  <a:lnTo>
                    <a:pt x="4048731" y="205258"/>
                  </a:lnTo>
                  <a:lnTo>
                    <a:pt x="4133080" y="205258"/>
                  </a:lnTo>
                  <a:lnTo>
                    <a:pt x="4133080" y="176441"/>
                  </a:lnTo>
                  <a:lnTo>
                    <a:pt x="4217428" y="176441"/>
                  </a:lnTo>
                  <a:lnTo>
                    <a:pt x="4217428" y="176441"/>
                  </a:lnTo>
                  <a:lnTo>
                    <a:pt x="4301777" y="176441"/>
                  </a:lnTo>
                  <a:lnTo>
                    <a:pt x="4301777" y="176441"/>
                  </a:lnTo>
                  <a:lnTo>
                    <a:pt x="4386125" y="176441"/>
                  </a:lnTo>
                  <a:lnTo>
                    <a:pt x="4386125" y="161906"/>
                  </a:lnTo>
                  <a:lnTo>
                    <a:pt x="4470474" y="161906"/>
                  </a:lnTo>
                  <a:lnTo>
                    <a:pt x="4470474" y="161906"/>
                  </a:lnTo>
                  <a:lnTo>
                    <a:pt x="4554823" y="161906"/>
                  </a:lnTo>
                  <a:lnTo>
                    <a:pt x="4554823" y="147364"/>
                  </a:lnTo>
                  <a:lnTo>
                    <a:pt x="4639171" y="147364"/>
                  </a:lnTo>
                  <a:lnTo>
                    <a:pt x="4639171" y="147364"/>
                  </a:lnTo>
                  <a:lnTo>
                    <a:pt x="4723520" y="147364"/>
                  </a:lnTo>
                  <a:lnTo>
                    <a:pt x="4723520" y="147364"/>
                  </a:lnTo>
                  <a:lnTo>
                    <a:pt x="4807868" y="147364"/>
                  </a:lnTo>
                  <a:lnTo>
                    <a:pt x="4807868" y="147364"/>
                  </a:lnTo>
                  <a:lnTo>
                    <a:pt x="4892217" y="147364"/>
                  </a:lnTo>
                  <a:lnTo>
                    <a:pt x="4892217" y="147364"/>
                  </a:lnTo>
                  <a:lnTo>
                    <a:pt x="4976565" y="147364"/>
                  </a:lnTo>
                  <a:lnTo>
                    <a:pt x="4976565" y="132791"/>
                  </a:lnTo>
                  <a:lnTo>
                    <a:pt x="5060914" y="132791"/>
                  </a:lnTo>
                  <a:lnTo>
                    <a:pt x="5060914" y="103766"/>
                  </a:lnTo>
                  <a:lnTo>
                    <a:pt x="5145263" y="103766"/>
                  </a:lnTo>
                  <a:lnTo>
                    <a:pt x="5145263" y="103766"/>
                  </a:lnTo>
                  <a:lnTo>
                    <a:pt x="5229611" y="103766"/>
                  </a:lnTo>
                  <a:lnTo>
                    <a:pt x="5229611" y="103766"/>
                  </a:lnTo>
                  <a:lnTo>
                    <a:pt x="5313960" y="103766"/>
                  </a:lnTo>
                  <a:lnTo>
                    <a:pt x="5313960" y="103766"/>
                  </a:lnTo>
                  <a:lnTo>
                    <a:pt x="5398308" y="103766"/>
                  </a:lnTo>
                  <a:lnTo>
                    <a:pt x="5398308" y="89192"/>
                  </a:lnTo>
                  <a:lnTo>
                    <a:pt x="5482657" y="89192"/>
                  </a:lnTo>
                  <a:lnTo>
                    <a:pt x="5482657" y="74635"/>
                  </a:lnTo>
                  <a:lnTo>
                    <a:pt x="5567006" y="74635"/>
                  </a:lnTo>
                  <a:lnTo>
                    <a:pt x="5567006" y="74635"/>
                  </a:lnTo>
                  <a:lnTo>
                    <a:pt x="5651354" y="74635"/>
                  </a:lnTo>
                  <a:lnTo>
                    <a:pt x="5651354" y="74635"/>
                  </a:lnTo>
                  <a:lnTo>
                    <a:pt x="5735703" y="74635"/>
                  </a:lnTo>
                  <a:lnTo>
                    <a:pt x="5735703" y="60001"/>
                  </a:lnTo>
                  <a:lnTo>
                    <a:pt x="5820051" y="60001"/>
                  </a:lnTo>
                  <a:lnTo>
                    <a:pt x="5820051" y="60001"/>
                  </a:lnTo>
                  <a:lnTo>
                    <a:pt x="5904400" y="60001"/>
                  </a:lnTo>
                  <a:lnTo>
                    <a:pt x="5904400" y="60001"/>
                  </a:lnTo>
                  <a:lnTo>
                    <a:pt x="5988748" y="60001"/>
                  </a:lnTo>
                  <a:lnTo>
                    <a:pt x="5988748" y="60001"/>
                  </a:lnTo>
                  <a:lnTo>
                    <a:pt x="6073097" y="60001"/>
                  </a:lnTo>
                  <a:lnTo>
                    <a:pt x="6073097" y="60001"/>
                  </a:lnTo>
                  <a:lnTo>
                    <a:pt x="6157446" y="60001"/>
                  </a:lnTo>
                  <a:lnTo>
                    <a:pt x="6157446" y="30129"/>
                  </a:lnTo>
                  <a:lnTo>
                    <a:pt x="6241794" y="30129"/>
                  </a:lnTo>
                  <a:lnTo>
                    <a:pt x="6241794" y="30129"/>
                  </a:lnTo>
                  <a:lnTo>
                    <a:pt x="6326143" y="30129"/>
                  </a:lnTo>
                  <a:lnTo>
                    <a:pt x="6326143" y="30129"/>
                  </a:lnTo>
                  <a:lnTo>
                    <a:pt x="6410491" y="30129"/>
                  </a:lnTo>
                  <a:lnTo>
                    <a:pt x="6410491" y="30129"/>
                  </a:lnTo>
                  <a:lnTo>
                    <a:pt x="6494840" y="30129"/>
                  </a:lnTo>
                  <a:lnTo>
                    <a:pt x="6494840" y="30129"/>
                  </a:lnTo>
                  <a:lnTo>
                    <a:pt x="6579188" y="30129"/>
                  </a:lnTo>
                  <a:lnTo>
                    <a:pt x="6579188" y="30129"/>
                  </a:lnTo>
                  <a:lnTo>
                    <a:pt x="6663537" y="30129"/>
                  </a:lnTo>
                  <a:lnTo>
                    <a:pt x="6663537" y="30129"/>
                  </a:lnTo>
                  <a:lnTo>
                    <a:pt x="6747886" y="30129"/>
                  </a:lnTo>
                  <a:lnTo>
                    <a:pt x="6747886" y="15060"/>
                  </a:lnTo>
                  <a:lnTo>
                    <a:pt x="6832234" y="15060"/>
                  </a:lnTo>
                  <a:lnTo>
                    <a:pt x="6832234" y="15060"/>
                  </a:lnTo>
                  <a:lnTo>
                    <a:pt x="6916583" y="15060"/>
                  </a:lnTo>
                  <a:lnTo>
                    <a:pt x="6916583" y="15060"/>
                  </a:lnTo>
                  <a:lnTo>
                    <a:pt x="7000931" y="15060"/>
                  </a:lnTo>
                  <a:lnTo>
                    <a:pt x="7000931" y="15060"/>
                  </a:lnTo>
                  <a:lnTo>
                    <a:pt x="7085280" y="15060"/>
                  </a:lnTo>
                  <a:lnTo>
                    <a:pt x="7085280" y="15060"/>
                  </a:lnTo>
                  <a:lnTo>
                    <a:pt x="7169628" y="15060"/>
                  </a:lnTo>
                  <a:lnTo>
                    <a:pt x="7169628" y="15060"/>
                  </a:lnTo>
                  <a:lnTo>
                    <a:pt x="7253977" y="15060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19512" y="3208038"/>
              <a:ext cx="7591371" cy="1856857"/>
            </a:xfrm>
            <a:custGeom>
              <a:avLst/>
              <a:pathLst>
                <a:path w="7591371" h="1856857">
                  <a:moveTo>
                    <a:pt x="0" y="1856857"/>
                  </a:moveTo>
                  <a:lnTo>
                    <a:pt x="84348" y="1856857"/>
                  </a:lnTo>
                  <a:lnTo>
                    <a:pt x="84348" y="1817143"/>
                  </a:lnTo>
                  <a:lnTo>
                    <a:pt x="168697" y="1817143"/>
                  </a:lnTo>
                  <a:lnTo>
                    <a:pt x="168697" y="1777584"/>
                  </a:lnTo>
                  <a:lnTo>
                    <a:pt x="253045" y="1777584"/>
                  </a:lnTo>
                  <a:lnTo>
                    <a:pt x="253045" y="1738034"/>
                  </a:lnTo>
                  <a:lnTo>
                    <a:pt x="337394" y="1738034"/>
                  </a:lnTo>
                  <a:lnTo>
                    <a:pt x="337394" y="1718133"/>
                  </a:lnTo>
                  <a:lnTo>
                    <a:pt x="421742" y="1718133"/>
                  </a:lnTo>
                  <a:lnTo>
                    <a:pt x="421742" y="1678558"/>
                  </a:lnTo>
                  <a:lnTo>
                    <a:pt x="506091" y="1678558"/>
                  </a:lnTo>
                  <a:lnTo>
                    <a:pt x="506091" y="1639181"/>
                  </a:lnTo>
                  <a:lnTo>
                    <a:pt x="590440" y="1639181"/>
                  </a:lnTo>
                  <a:lnTo>
                    <a:pt x="590440" y="1580531"/>
                  </a:lnTo>
                  <a:lnTo>
                    <a:pt x="674788" y="1580531"/>
                  </a:lnTo>
                  <a:lnTo>
                    <a:pt x="674788" y="1560874"/>
                  </a:lnTo>
                  <a:lnTo>
                    <a:pt x="759137" y="1560874"/>
                  </a:lnTo>
                  <a:lnTo>
                    <a:pt x="759137" y="1464203"/>
                  </a:lnTo>
                  <a:lnTo>
                    <a:pt x="843485" y="1464203"/>
                  </a:lnTo>
                  <a:lnTo>
                    <a:pt x="843485" y="1405944"/>
                  </a:lnTo>
                  <a:lnTo>
                    <a:pt x="927834" y="1405944"/>
                  </a:lnTo>
                  <a:lnTo>
                    <a:pt x="927834" y="1328752"/>
                  </a:lnTo>
                  <a:lnTo>
                    <a:pt x="1012182" y="1328752"/>
                  </a:lnTo>
                  <a:lnTo>
                    <a:pt x="1012182" y="1196180"/>
                  </a:lnTo>
                  <a:lnTo>
                    <a:pt x="1096531" y="1196180"/>
                  </a:lnTo>
                  <a:lnTo>
                    <a:pt x="1096531" y="1138459"/>
                  </a:lnTo>
                  <a:lnTo>
                    <a:pt x="1180880" y="1138459"/>
                  </a:lnTo>
                  <a:lnTo>
                    <a:pt x="1180880" y="1099723"/>
                  </a:lnTo>
                  <a:lnTo>
                    <a:pt x="1265228" y="1099723"/>
                  </a:lnTo>
                  <a:lnTo>
                    <a:pt x="1265228" y="1042295"/>
                  </a:lnTo>
                  <a:lnTo>
                    <a:pt x="1349577" y="1042295"/>
                  </a:lnTo>
                  <a:lnTo>
                    <a:pt x="1349577" y="1003824"/>
                  </a:lnTo>
                  <a:lnTo>
                    <a:pt x="1433925" y="1003824"/>
                  </a:lnTo>
                  <a:lnTo>
                    <a:pt x="1433925" y="965469"/>
                  </a:lnTo>
                  <a:lnTo>
                    <a:pt x="1518274" y="965469"/>
                  </a:lnTo>
                  <a:lnTo>
                    <a:pt x="1518274" y="889703"/>
                  </a:lnTo>
                  <a:lnTo>
                    <a:pt x="1602622" y="889703"/>
                  </a:lnTo>
                  <a:lnTo>
                    <a:pt x="1602622" y="870642"/>
                  </a:lnTo>
                  <a:lnTo>
                    <a:pt x="1686971" y="870642"/>
                  </a:lnTo>
                  <a:lnTo>
                    <a:pt x="1686971" y="851667"/>
                  </a:lnTo>
                  <a:lnTo>
                    <a:pt x="1771320" y="851667"/>
                  </a:lnTo>
                  <a:lnTo>
                    <a:pt x="1771320" y="851667"/>
                  </a:lnTo>
                  <a:lnTo>
                    <a:pt x="1855668" y="851667"/>
                  </a:lnTo>
                  <a:lnTo>
                    <a:pt x="1855668" y="775805"/>
                  </a:lnTo>
                  <a:lnTo>
                    <a:pt x="1940017" y="775805"/>
                  </a:lnTo>
                  <a:lnTo>
                    <a:pt x="1940017" y="775805"/>
                  </a:lnTo>
                  <a:lnTo>
                    <a:pt x="2024365" y="775805"/>
                  </a:lnTo>
                  <a:lnTo>
                    <a:pt x="2024365" y="756817"/>
                  </a:lnTo>
                  <a:lnTo>
                    <a:pt x="2108714" y="756817"/>
                  </a:lnTo>
                  <a:lnTo>
                    <a:pt x="2108714" y="719083"/>
                  </a:lnTo>
                  <a:lnTo>
                    <a:pt x="2193062" y="719083"/>
                  </a:lnTo>
                  <a:lnTo>
                    <a:pt x="2193062" y="644869"/>
                  </a:lnTo>
                  <a:lnTo>
                    <a:pt x="2277411" y="644869"/>
                  </a:lnTo>
                  <a:lnTo>
                    <a:pt x="2277411" y="626133"/>
                  </a:lnTo>
                  <a:lnTo>
                    <a:pt x="2361760" y="626133"/>
                  </a:lnTo>
                  <a:lnTo>
                    <a:pt x="2361760" y="552153"/>
                  </a:lnTo>
                  <a:lnTo>
                    <a:pt x="2446108" y="552153"/>
                  </a:lnTo>
                  <a:lnTo>
                    <a:pt x="2446108" y="496938"/>
                  </a:lnTo>
                  <a:lnTo>
                    <a:pt x="2530457" y="496938"/>
                  </a:lnTo>
                  <a:lnTo>
                    <a:pt x="2530457" y="442263"/>
                  </a:lnTo>
                  <a:lnTo>
                    <a:pt x="2614805" y="442263"/>
                  </a:lnTo>
                  <a:lnTo>
                    <a:pt x="2614805" y="423912"/>
                  </a:lnTo>
                  <a:lnTo>
                    <a:pt x="2699154" y="423912"/>
                  </a:lnTo>
                  <a:lnTo>
                    <a:pt x="2699154" y="423912"/>
                  </a:lnTo>
                  <a:lnTo>
                    <a:pt x="2783503" y="423912"/>
                  </a:lnTo>
                  <a:lnTo>
                    <a:pt x="2783503" y="423912"/>
                  </a:lnTo>
                  <a:lnTo>
                    <a:pt x="2867851" y="423912"/>
                  </a:lnTo>
                  <a:lnTo>
                    <a:pt x="2867851" y="369619"/>
                  </a:lnTo>
                  <a:lnTo>
                    <a:pt x="2952200" y="369619"/>
                  </a:lnTo>
                  <a:lnTo>
                    <a:pt x="2952200" y="333505"/>
                  </a:lnTo>
                  <a:lnTo>
                    <a:pt x="3036548" y="333505"/>
                  </a:lnTo>
                  <a:lnTo>
                    <a:pt x="3036548" y="333505"/>
                  </a:lnTo>
                  <a:lnTo>
                    <a:pt x="3120897" y="333505"/>
                  </a:lnTo>
                  <a:lnTo>
                    <a:pt x="3120897" y="315508"/>
                  </a:lnTo>
                  <a:lnTo>
                    <a:pt x="3205245" y="315508"/>
                  </a:lnTo>
                  <a:lnTo>
                    <a:pt x="3205245" y="297593"/>
                  </a:lnTo>
                  <a:lnTo>
                    <a:pt x="3289594" y="297593"/>
                  </a:lnTo>
                  <a:lnTo>
                    <a:pt x="3289594" y="297593"/>
                  </a:lnTo>
                  <a:lnTo>
                    <a:pt x="3373943" y="297593"/>
                  </a:lnTo>
                  <a:lnTo>
                    <a:pt x="3373943" y="297593"/>
                  </a:lnTo>
                  <a:lnTo>
                    <a:pt x="3458291" y="297593"/>
                  </a:lnTo>
                  <a:lnTo>
                    <a:pt x="3458291" y="297593"/>
                  </a:lnTo>
                  <a:lnTo>
                    <a:pt x="3542640" y="297593"/>
                  </a:lnTo>
                  <a:lnTo>
                    <a:pt x="3542640" y="297593"/>
                  </a:lnTo>
                  <a:lnTo>
                    <a:pt x="3626988" y="297593"/>
                  </a:lnTo>
                  <a:lnTo>
                    <a:pt x="3626988" y="297593"/>
                  </a:lnTo>
                  <a:lnTo>
                    <a:pt x="3711337" y="297593"/>
                  </a:lnTo>
                  <a:lnTo>
                    <a:pt x="3711337" y="297593"/>
                  </a:lnTo>
                  <a:lnTo>
                    <a:pt x="3795685" y="297593"/>
                  </a:lnTo>
                  <a:lnTo>
                    <a:pt x="3795685" y="279753"/>
                  </a:lnTo>
                  <a:lnTo>
                    <a:pt x="3880034" y="279753"/>
                  </a:lnTo>
                  <a:lnTo>
                    <a:pt x="3880034" y="279753"/>
                  </a:lnTo>
                  <a:lnTo>
                    <a:pt x="3964383" y="279753"/>
                  </a:lnTo>
                  <a:lnTo>
                    <a:pt x="3964383" y="261959"/>
                  </a:lnTo>
                  <a:lnTo>
                    <a:pt x="4048731" y="261959"/>
                  </a:lnTo>
                  <a:lnTo>
                    <a:pt x="4048731" y="244223"/>
                  </a:lnTo>
                  <a:lnTo>
                    <a:pt x="4133080" y="244223"/>
                  </a:lnTo>
                  <a:lnTo>
                    <a:pt x="4133080" y="209149"/>
                  </a:lnTo>
                  <a:lnTo>
                    <a:pt x="4217428" y="209149"/>
                  </a:lnTo>
                  <a:lnTo>
                    <a:pt x="4217428" y="209149"/>
                  </a:lnTo>
                  <a:lnTo>
                    <a:pt x="4301777" y="209149"/>
                  </a:lnTo>
                  <a:lnTo>
                    <a:pt x="4301777" y="209149"/>
                  </a:lnTo>
                  <a:lnTo>
                    <a:pt x="4386125" y="209149"/>
                  </a:lnTo>
                  <a:lnTo>
                    <a:pt x="4386125" y="191555"/>
                  </a:lnTo>
                  <a:lnTo>
                    <a:pt x="4470474" y="191555"/>
                  </a:lnTo>
                  <a:lnTo>
                    <a:pt x="4470474" y="191555"/>
                  </a:lnTo>
                  <a:lnTo>
                    <a:pt x="4554823" y="191555"/>
                  </a:lnTo>
                  <a:lnTo>
                    <a:pt x="4554823" y="174016"/>
                  </a:lnTo>
                  <a:lnTo>
                    <a:pt x="4639171" y="174016"/>
                  </a:lnTo>
                  <a:lnTo>
                    <a:pt x="4639171" y="174016"/>
                  </a:lnTo>
                  <a:lnTo>
                    <a:pt x="4723520" y="174016"/>
                  </a:lnTo>
                  <a:lnTo>
                    <a:pt x="4723520" y="174016"/>
                  </a:lnTo>
                  <a:lnTo>
                    <a:pt x="4807868" y="174016"/>
                  </a:lnTo>
                  <a:lnTo>
                    <a:pt x="4807868" y="174016"/>
                  </a:lnTo>
                  <a:lnTo>
                    <a:pt x="4892217" y="174016"/>
                  </a:lnTo>
                  <a:lnTo>
                    <a:pt x="4892217" y="174016"/>
                  </a:lnTo>
                  <a:lnTo>
                    <a:pt x="4976565" y="174016"/>
                  </a:lnTo>
                  <a:lnTo>
                    <a:pt x="4976565" y="156506"/>
                  </a:lnTo>
                  <a:lnTo>
                    <a:pt x="5060914" y="156506"/>
                  </a:lnTo>
                  <a:lnTo>
                    <a:pt x="5060914" y="121827"/>
                  </a:lnTo>
                  <a:lnTo>
                    <a:pt x="5145263" y="121827"/>
                  </a:lnTo>
                  <a:lnTo>
                    <a:pt x="5145263" y="121827"/>
                  </a:lnTo>
                  <a:lnTo>
                    <a:pt x="5229611" y="121827"/>
                  </a:lnTo>
                  <a:lnTo>
                    <a:pt x="5229611" y="121827"/>
                  </a:lnTo>
                  <a:lnTo>
                    <a:pt x="5313960" y="121827"/>
                  </a:lnTo>
                  <a:lnTo>
                    <a:pt x="5313960" y="121827"/>
                  </a:lnTo>
                  <a:lnTo>
                    <a:pt x="5398308" y="121827"/>
                  </a:lnTo>
                  <a:lnTo>
                    <a:pt x="5398308" y="104512"/>
                  </a:lnTo>
                  <a:lnTo>
                    <a:pt x="5482657" y="104512"/>
                  </a:lnTo>
                  <a:lnTo>
                    <a:pt x="5482657" y="87285"/>
                  </a:lnTo>
                  <a:lnTo>
                    <a:pt x="5567006" y="87285"/>
                  </a:lnTo>
                  <a:lnTo>
                    <a:pt x="5567006" y="87285"/>
                  </a:lnTo>
                  <a:lnTo>
                    <a:pt x="5651354" y="87285"/>
                  </a:lnTo>
                  <a:lnTo>
                    <a:pt x="5651354" y="87285"/>
                  </a:lnTo>
                  <a:lnTo>
                    <a:pt x="5735703" y="87285"/>
                  </a:lnTo>
                  <a:lnTo>
                    <a:pt x="5735703" y="70032"/>
                  </a:lnTo>
                  <a:lnTo>
                    <a:pt x="5820051" y="70032"/>
                  </a:lnTo>
                  <a:lnTo>
                    <a:pt x="5820051" y="70032"/>
                  </a:lnTo>
                  <a:lnTo>
                    <a:pt x="5904400" y="70032"/>
                  </a:lnTo>
                  <a:lnTo>
                    <a:pt x="5904400" y="70032"/>
                  </a:lnTo>
                  <a:lnTo>
                    <a:pt x="5988748" y="70032"/>
                  </a:lnTo>
                  <a:lnTo>
                    <a:pt x="5988748" y="70032"/>
                  </a:lnTo>
                  <a:lnTo>
                    <a:pt x="6073097" y="70032"/>
                  </a:lnTo>
                  <a:lnTo>
                    <a:pt x="6073097" y="70032"/>
                  </a:lnTo>
                  <a:lnTo>
                    <a:pt x="6157446" y="70032"/>
                  </a:lnTo>
                  <a:lnTo>
                    <a:pt x="6157446" y="35023"/>
                  </a:lnTo>
                  <a:lnTo>
                    <a:pt x="6241794" y="35023"/>
                  </a:lnTo>
                  <a:lnTo>
                    <a:pt x="6241794" y="35023"/>
                  </a:lnTo>
                  <a:lnTo>
                    <a:pt x="6326143" y="35023"/>
                  </a:lnTo>
                  <a:lnTo>
                    <a:pt x="6326143" y="35023"/>
                  </a:lnTo>
                  <a:lnTo>
                    <a:pt x="6410491" y="35023"/>
                  </a:lnTo>
                  <a:lnTo>
                    <a:pt x="6410491" y="35023"/>
                  </a:lnTo>
                  <a:lnTo>
                    <a:pt x="6494840" y="35023"/>
                  </a:lnTo>
                  <a:lnTo>
                    <a:pt x="6494840" y="35023"/>
                  </a:lnTo>
                  <a:lnTo>
                    <a:pt x="6579188" y="35023"/>
                  </a:lnTo>
                  <a:lnTo>
                    <a:pt x="6579188" y="35023"/>
                  </a:lnTo>
                  <a:lnTo>
                    <a:pt x="6663537" y="35023"/>
                  </a:lnTo>
                  <a:lnTo>
                    <a:pt x="6663537" y="35023"/>
                  </a:lnTo>
                  <a:lnTo>
                    <a:pt x="6747886" y="35023"/>
                  </a:lnTo>
                  <a:lnTo>
                    <a:pt x="6747886" y="17470"/>
                  </a:lnTo>
                  <a:lnTo>
                    <a:pt x="6832234" y="17470"/>
                  </a:lnTo>
                  <a:lnTo>
                    <a:pt x="6832234" y="17470"/>
                  </a:lnTo>
                  <a:lnTo>
                    <a:pt x="6916583" y="17470"/>
                  </a:lnTo>
                  <a:lnTo>
                    <a:pt x="6916583" y="17470"/>
                  </a:lnTo>
                  <a:lnTo>
                    <a:pt x="7000931" y="17470"/>
                  </a:lnTo>
                  <a:lnTo>
                    <a:pt x="7000931" y="17470"/>
                  </a:lnTo>
                  <a:lnTo>
                    <a:pt x="7085280" y="17470"/>
                  </a:lnTo>
                  <a:lnTo>
                    <a:pt x="7085280" y="17470"/>
                  </a:lnTo>
                  <a:lnTo>
                    <a:pt x="7169628" y="17470"/>
                  </a:lnTo>
                  <a:lnTo>
                    <a:pt x="7169628" y="17470"/>
                  </a:lnTo>
                  <a:lnTo>
                    <a:pt x="7253977" y="17470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714085" y="502118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4187718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335424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2520780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85634" y="513321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482213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012670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543127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103887" y="5285568"/>
              <a:ext cx="142262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admission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66080" y="3343276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532758" y="5711373"/>
              <a:ext cx="121971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Alcoholic hepatitis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4850337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390879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5123763" y="5722346"/>
              <a:ext cx="16925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AH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64305" y="5722346"/>
              <a:ext cx="43333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Non-AH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19512" y="1512092"/>
              <a:ext cx="409971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Continuous covariates at median, categoricals at modal level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019512" y="1264635"/>
              <a:ext cx="4002694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MELD 3.0 model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Adjusted CIF (ACLF-grade model)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464816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38146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298122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14775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06489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23142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39795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5644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854992"/>
              <a:ext cx="7591371" cy="1209903"/>
            </a:xfrm>
            <a:custGeom>
              <a:avLst/>
              <a:pathLst>
                <a:path w="7591371" h="1209903">
                  <a:moveTo>
                    <a:pt x="0" y="1209903"/>
                  </a:moveTo>
                  <a:lnTo>
                    <a:pt x="84348" y="1209903"/>
                  </a:lnTo>
                  <a:lnTo>
                    <a:pt x="84348" y="1189024"/>
                  </a:lnTo>
                  <a:lnTo>
                    <a:pt x="168697" y="1189024"/>
                  </a:lnTo>
                  <a:lnTo>
                    <a:pt x="168697" y="1168090"/>
                  </a:lnTo>
                  <a:lnTo>
                    <a:pt x="253045" y="1168090"/>
                  </a:lnTo>
                  <a:lnTo>
                    <a:pt x="253045" y="1146947"/>
                  </a:lnTo>
                  <a:lnTo>
                    <a:pt x="337394" y="1146947"/>
                  </a:lnTo>
                  <a:lnTo>
                    <a:pt x="337394" y="1136250"/>
                  </a:lnTo>
                  <a:lnTo>
                    <a:pt x="421742" y="1136250"/>
                  </a:lnTo>
                  <a:lnTo>
                    <a:pt x="421742" y="1114855"/>
                  </a:lnTo>
                  <a:lnTo>
                    <a:pt x="506091" y="1114855"/>
                  </a:lnTo>
                  <a:lnTo>
                    <a:pt x="506091" y="1093387"/>
                  </a:lnTo>
                  <a:lnTo>
                    <a:pt x="590440" y="1093387"/>
                  </a:lnTo>
                  <a:lnTo>
                    <a:pt x="590440" y="1061169"/>
                  </a:lnTo>
                  <a:lnTo>
                    <a:pt x="674788" y="1061169"/>
                  </a:lnTo>
                  <a:lnTo>
                    <a:pt x="674788" y="1050273"/>
                  </a:lnTo>
                  <a:lnTo>
                    <a:pt x="759137" y="1050273"/>
                  </a:lnTo>
                  <a:lnTo>
                    <a:pt x="759137" y="996161"/>
                  </a:lnTo>
                  <a:lnTo>
                    <a:pt x="843485" y="996161"/>
                  </a:lnTo>
                  <a:lnTo>
                    <a:pt x="843485" y="963232"/>
                  </a:lnTo>
                  <a:lnTo>
                    <a:pt x="927834" y="963232"/>
                  </a:lnTo>
                  <a:lnTo>
                    <a:pt x="927834" y="918978"/>
                  </a:lnTo>
                  <a:lnTo>
                    <a:pt x="1012182" y="918978"/>
                  </a:lnTo>
                  <a:lnTo>
                    <a:pt x="1012182" y="841110"/>
                  </a:lnTo>
                  <a:lnTo>
                    <a:pt x="1096531" y="841110"/>
                  </a:lnTo>
                  <a:lnTo>
                    <a:pt x="1096531" y="806274"/>
                  </a:lnTo>
                  <a:lnTo>
                    <a:pt x="1180880" y="806274"/>
                  </a:lnTo>
                  <a:lnTo>
                    <a:pt x="1180880" y="782650"/>
                  </a:lnTo>
                  <a:lnTo>
                    <a:pt x="1265228" y="782650"/>
                  </a:lnTo>
                  <a:lnTo>
                    <a:pt x="1265228" y="747143"/>
                  </a:lnTo>
                  <a:lnTo>
                    <a:pt x="1349577" y="747143"/>
                  </a:lnTo>
                  <a:lnTo>
                    <a:pt x="1349577" y="723151"/>
                  </a:lnTo>
                  <a:lnTo>
                    <a:pt x="1433925" y="723151"/>
                  </a:lnTo>
                  <a:lnTo>
                    <a:pt x="1433925" y="699022"/>
                  </a:lnTo>
                  <a:lnTo>
                    <a:pt x="1518274" y="699022"/>
                  </a:lnTo>
                  <a:lnTo>
                    <a:pt x="1518274" y="650574"/>
                  </a:lnTo>
                  <a:lnTo>
                    <a:pt x="1602622" y="650574"/>
                  </a:lnTo>
                  <a:lnTo>
                    <a:pt x="1602622" y="638160"/>
                  </a:lnTo>
                  <a:lnTo>
                    <a:pt x="1686971" y="638160"/>
                  </a:lnTo>
                  <a:lnTo>
                    <a:pt x="1686971" y="625759"/>
                  </a:lnTo>
                  <a:lnTo>
                    <a:pt x="1771320" y="625759"/>
                  </a:lnTo>
                  <a:lnTo>
                    <a:pt x="1771320" y="625759"/>
                  </a:lnTo>
                  <a:lnTo>
                    <a:pt x="1855668" y="625759"/>
                  </a:lnTo>
                  <a:lnTo>
                    <a:pt x="1855668" y="575717"/>
                  </a:lnTo>
                  <a:lnTo>
                    <a:pt x="1940017" y="575717"/>
                  </a:lnTo>
                  <a:lnTo>
                    <a:pt x="1940017" y="575717"/>
                  </a:lnTo>
                  <a:lnTo>
                    <a:pt x="2024365" y="575717"/>
                  </a:lnTo>
                  <a:lnTo>
                    <a:pt x="2024365" y="563037"/>
                  </a:lnTo>
                  <a:lnTo>
                    <a:pt x="2108714" y="563037"/>
                  </a:lnTo>
                  <a:lnTo>
                    <a:pt x="2108714" y="537721"/>
                  </a:lnTo>
                  <a:lnTo>
                    <a:pt x="2193062" y="537721"/>
                  </a:lnTo>
                  <a:lnTo>
                    <a:pt x="2193062" y="487094"/>
                  </a:lnTo>
                  <a:lnTo>
                    <a:pt x="2277411" y="487094"/>
                  </a:lnTo>
                  <a:lnTo>
                    <a:pt x="2277411" y="474040"/>
                  </a:lnTo>
                  <a:lnTo>
                    <a:pt x="2361760" y="474040"/>
                  </a:lnTo>
                  <a:lnTo>
                    <a:pt x="2361760" y="421876"/>
                  </a:lnTo>
                  <a:lnTo>
                    <a:pt x="2446108" y="421876"/>
                  </a:lnTo>
                  <a:lnTo>
                    <a:pt x="2446108" y="382359"/>
                  </a:lnTo>
                  <a:lnTo>
                    <a:pt x="2530457" y="382359"/>
                  </a:lnTo>
                  <a:lnTo>
                    <a:pt x="2530457" y="342689"/>
                  </a:lnTo>
                  <a:lnTo>
                    <a:pt x="2614805" y="342689"/>
                  </a:lnTo>
                  <a:lnTo>
                    <a:pt x="2614805" y="329222"/>
                  </a:lnTo>
                  <a:lnTo>
                    <a:pt x="2699154" y="329222"/>
                  </a:lnTo>
                  <a:lnTo>
                    <a:pt x="2699154" y="329222"/>
                  </a:lnTo>
                  <a:lnTo>
                    <a:pt x="2783503" y="329222"/>
                  </a:lnTo>
                  <a:lnTo>
                    <a:pt x="2783503" y="329222"/>
                  </a:lnTo>
                  <a:lnTo>
                    <a:pt x="2867851" y="329222"/>
                  </a:lnTo>
                  <a:lnTo>
                    <a:pt x="2867851" y="288818"/>
                  </a:lnTo>
                  <a:lnTo>
                    <a:pt x="2952200" y="288818"/>
                  </a:lnTo>
                  <a:lnTo>
                    <a:pt x="2952200" y="261603"/>
                  </a:lnTo>
                  <a:lnTo>
                    <a:pt x="3036548" y="261603"/>
                  </a:lnTo>
                  <a:lnTo>
                    <a:pt x="3036548" y="261603"/>
                  </a:lnTo>
                  <a:lnTo>
                    <a:pt x="3120897" y="261603"/>
                  </a:lnTo>
                  <a:lnTo>
                    <a:pt x="3120897" y="247970"/>
                  </a:lnTo>
                  <a:lnTo>
                    <a:pt x="3205245" y="247970"/>
                  </a:lnTo>
                  <a:lnTo>
                    <a:pt x="3205245" y="234345"/>
                  </a:lnTo>
                  <a:lnTo>
                    <a:pt x="3289594" y="234345"/>
                  </a:lnTo>
                  <a:lnTo>
                    <a:pt x="3289594" y="234345"/>
                  </a:lnTo>
                  <a:lnTo>
                    <a:pt x="3373943" y="234345"/>
                  </a:lnTo>
                  <a:lnTo>
                    <a:pt x="3373943" y="234345"/>
                  </a:lnTo>
                  <a:lnTo>
                    <a:pt x="3458291" y="234345"/>
                  </a:lnTo>
                  <a:lnTo>
                    <a:pt x="3458291" y="234345"/>
                  </a:lnTo>
                  <a:lnTo>
                    <a:pt x="3542640" y="234345"/>
                  </a:lnTo>
                  <a:lnTo>
                    <a:pt x="3542640" y="234345"/>
                  </a:lnTo>
                  <a:lnTo>
                    <a:pt x="3626988" y="234345"/>
                  </a:lnTo>
                  <a:lnTo>
                    <a:pt x="3626988" y="234345"/>
                  </a:lnTo>
                  <a:lnTo>
                    <a:pt x="3711337" y="234345"/>
                  </a:lnTo>
                  <a:lnTo>
                    <a:pt x="3711337" y="234345"/>
                  </a:lnTo>
                  <a:lnTo>
                    <a:pt x="3795685" y="234345"/>
                  </a:lnTo>
                  <a:lnTo>
                    <a:pt x="3795685" y="220708"/>
                  </a:lnTo>
                  <a:lnTo>
                    <a:pt x="3880034" y="220708"/>
                  </a:lnTo>
                  <a:lnTo>
                    <a:pt x="3880034" y="220708"/>
                  </a:lnTo>
                  <a:lnTo>
                    <a:pt x="3964383" y="220708"/>
                  </a:lnTo>
                  <a:lnTo>
                    <a:pt x="3964383" y="207067"/>
                  </a:lnTo>
                  <a:lnTo>
                    <a:pt x="4048731" y="207067"/>
                  </a:lnTo>
                  <a:lnTo>
                    <a:pt x="4048731" y="193427"/>
                  </a:lnTo>
                  <a:lnTo>
                    <a:pt x="4133080" y="193427"/>
                  </a:lnTo>
                  <a:lnTo>
                    <a:pt x="4133080" y="166223"/>
                  </a:lnTo>
                  <a:lnTo>
                    <a:pt x="4217428" y="166223"/>
                  </a:lnTo>
                  <a:lnTo>
                    <a:pt x="4217428" y="166223"/>
                  </a:lnTo>
                  <a:lnTo>
                    <a:pt x="4301777" y="166223"/>
                  </a:lnTo>
                  <a:lnTo>
                    <a:pt x="4301777" y="166223"/>
                  </a:lnTo>
                  <a:lnTo>
                    <a:pt x="4386125" y="166223"/>
                  </a:lnTo>
                  <a:lnTo>
                    <a:pt x="4386125" y="152617"/>
                  </a:lnTo>
                  <a:lnTo>
                    <a:pt x="4470474" y="152617"/>
                  </a:lnTo>
                  <a:lnTo>
                    <a:pt x="4470474" y="152617"/>
                  </a:lnTo>
                  <a:lnTo>
                    <a:pt x="4554823" y="152617"/>
                  </a:lnTo>
                  <a:lnTo>
                    <a:pt x="4554823" y="139002"/>
                  </a:lnTo>
                  <a:lnTo>
                    <a:pt x="4639171" y="139002"/>
                  </a:lnTo>
                  <a:lnTo>
                    <a:pt x="4639171" y="139002"/>
                  </a:lnTo>
                  <a:lnTo>
                    <a:pt x="4723520" y="139002"/>
                  </a:lnTo>
                  <a:lnTo>
                    <a:pt x="4723520" y="139002"/>
                  </a:lnTo>
                  <a:lnTo>
                    <a:pt x="4807868" y="139002"/>
                  </a:lnTo>
                  <a:lnTo>
                    <a:pt x="4807868" y="139002"/>
                  </a:lnTo>
                  <a:lnTo>
                    <a:pt x="4892217" y="139002"/>
                  </a:lnTo>
                  <a:lnTo>
                    <a:pt x="4892217" y="139002"/>
                  </a:lnTo>
                  <a:lnTo>
                    <a:pt x="4976565" y="139002"/>
                  </a:lnTo>
                  <a:lnTo>
                    <a:pt x="4976565" y="125414"/>
                  </a:lnTo>
                  <a:lnTo>
                    <a:pt x="5060914" y="125414"/>
                  </a:lnTo>
                  <a:lnTo>
                    <a:pt x="5060914" y="98336"/>
                  </a:lnTo>
                  <a:lnTo>
                    <a:pt x="5145263" y="98336"/>
                  </a:lnTo>
                  <a:lnTo>
                    <a:pt x="5145263" y="98336"/>
                  </a:lnTo>
                  <a:lnTo>
                    <a:pt x="5229611" y="98336"/>
                  </a:lnTo>
                  <a:lnTo>
                    <a:pt x="5229611" y="98336"/>
                  </a:lnTo>
                  <a:lnTo>
                    <a:pt x="5313960" y="98336"/>
                  </a:lnTo>
                  <a:lnTo>
                    <a:pt x="5313960" y="98336"/>
                  </a:lnTo>
                  <a:lnTo>
                    <a:pt x="5398308" y="98336"/>
                  </a:lnTo>
                  <a:lnTo>
                    <a:pt x="5398308" y="84622"/>
                  </a:lnTo>
                  <a:lnTo>
                    <a:pt x="5482657" y="84622"/>
                  </a:lnTo>
                  <a:lnTo>
                    <a:pt x="5482657" y="70903"/>
                  </a:lnTo>
                  <a:lnTo>
                    <a:pt x="5567006" y="70903"/>
                  </a:lnTo>
                  <a:lnTo>
                    <a:pt x="5567006" y="70903"/>
                  </a:lnTo>
                  <a:lnTo>
                    <a:pt x="5651354" y="70903"/>
                  </a:lnTo>
                  <a:lnTo>
                    <a:pt x="5651354" y="70903"/>
                  </a:lnTo>
                  <a:lnTo>
                    <a:pt x="5735703" y="70903"/>
                  </a:lnTo>
                  <a:lnTo>
                    <a:pt x="5735703" y="57159"/>
                  </a:lnTo>
                  <a:lnTo>
                    <a:pt x="5820051" y="57159"/>
                  </a:lnTo>
                  <a:lnTo>
                    <a:pt x="5820051" y="57159"/>
                  </a:lnTo>
                  <a:lnTo>
                    <a:pt x="5904400" y="57159"/>
                  </a:lnTo>
                  <a:lnTo>
                    <a:pt x="5904400" y="57159"/>
                  </a:lnTo>
                  <a:lnTo>
                    <a:pt x="5988748" y="57159"/>
                  </a:lnTo>
                  <a:lnTo>
                    <a:pt x="5988748" y="57159"/>
                  </a:lnTo>
                  <a:lnTo>
                    <a:pt x="6073097" y="57159"/>
                  </a:lnTo>
                  <a:lnTo>
                    <a:pt x="6073097" y="57159"/>
                  </a:lnTo>
                  <a:lnTo>
                    <a:pt x="6157446" y="57159"/>
                  </a:lnTo>
                  <a:lnTo>
                    <a:pt x="6157446" y="28725"/>
                  </a:lnTo>
                  <a:lnTo>
                    <a:pt x="6241794" y="28725"/>
                  </a:lnTo>
                  <a:lnTo>
                    <a:pt x="6241794" y="28725"/>
                  </a:lnTo>
                  <a:lnTo>
                    <a:pt x="6326143" y="28725"/>
                  </a:lnTo>
                  <a:lnTo>
                    <a:pt x="6326143" y="28725"/>
                  </a:lnTo>
                  <a:lnTo>
                    <a:pt x="6410491" y="28725"/>
                  </a:lnTo>
                  <a:lnTo>
                    <a:pt x="6410491" y="28725"/>
                  </a:lnTo>
                  <a:lnTo>
                    <a:pt x="6494840" y="28725"/>
                  </a:lnTo>
                  <a:lnTo>
                    <a:pt x="6494840" y="28725"/>
                  </a:lnTo>
                  <a:lnTo>
                    <a:pt x="6579188" y="28725"/>
                  </a:lnTo>
                  <a:lnTo>
                    <a:pt x="6579188" y="28725"/>
                  </a:lnTo>
                  <a:lnTo>
                    <a:pt x="6663537" y="28725"/>
                  </a:lnTo>
                  <a:lnTo>
                    <a:pt x="6663537" y="28725"/>
                  </a:lnTo>
                  <a:lnTo>
                    <a:pt x="6747886" y="28725"/>
                  </a:lnTo>
                  <a:lnTo>
                    <a:pt x="6747886" y="14350"/>
                  </a:lnTo>
                  <a:lnTo>
                    <a:pt x="6832234" y="14350"/>
                  </a:lnTo>
                  <a:lnTo>
                    <a:pt x="6832234" y="14350"/>
                  </a:lnTo>
                  <a:lnTo>
                    <a:pt x="6916583" y="14350"/>
                  </a:lnTo>
                  <a:lnTo>
                    <a:pt x="6916583" y="14350"/>
                  </a:lnTo>
                  <a:lnTo>
                    <a:pt x="7000931" y="14350"/>
                  </a:lnTo>
                  <a:lnTo>
                    <a:pt x="7000931" y="14350"/>
                  </a:lnTo>
                  <a:lnTo>
                    <a:pt x="7085280" y="14350"/>
                  </a:lnTo>
                  <a:lnTo>
                    <a:pt x="7085280" y="14350"/>
                  </a:lnTo>
                  <a:lnTo>
                    <a:pt x="7169628" y="14350"/>
                  </a:lnTo>
                  <a:lnTo>
                    <a:pt x="7169628" y="14350"/>
                  </a:lnTo>
                  <a:lnTo>
                    <a:pt x="7253977" y="14350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19512" y="3511630"/>
              <a:ext cx="7591371" cy="1553265"/>
            </a:xfrm>
            <a:custGeom>
              <a:avLst/>
              <a:pathLst>
                <a:path w="7591371" h="1553265">
                  <a:moveTo>
                    <a:pt x="0" y="1553265"/>
                  </a:moveTo>
                  <a:lnTo>
                    <a:pt x="84348" y="1553265"/>
                  </a:lnTo>
                  <a:lnTo>
                    <a:pt x="84348" y="1524255"/>
                  </a:lnTo>
                  <a:lnTo>
                    <a:pt x="168697" y="1524255"/>
                  </a:lnTo>
                  <a:lnTo>
                    <a:pt x="168697" y="1495241"/>
                  </a:lnTo>
                  <a:lnTo>
                    <a:pt x="253045" y="1495241"/>
                  </a:lnTo>
                  <a:lnTo>
                    <a:pt x="253045" y="1466011"/>
                  </a:lnTo>
                  <a:lnTo>
                    <a:pt x="337394" y="1466011"/>
                  </a:lnTo>
                  <a:lnTo>
                    <a:pt x="337394" y="1451250"/>
                  </a:lnTo>
                  <a:lnTo>
                    <a:pt x="421742" y="1451250"/>
                  </a:lnTo>
                  <a:lnTo>
                    <a:pt x="421742" y="1421784"/>
                  </a:lnTo>
                  <a:lnTo>
                    <a:pt x="506091" y="1421784"/>
                  </a:lnTo>
                  <a:lnTo>
                    <a:pt x="506091" y="1392294"/>
                  </a:lnTo>
                  <a:lnTo>
                    <a:pt x="590440" y="1392294"/>
                  </a:lnTo>
                  <a:lnTo>
                    <a:pt x="590440" y="1348181"/>
                  </a:lnTo>
                  <a:lnTo>
                    <a:pt x="674788" y="1348181"/>
                  </a:lnTo>
                  <a:lnTo>
                    <a:pt x="674788" y="1333302"/>
                  </a:lnTo>
                  <a:lnTo>
                    <a:pt x="759137" y="1333302"/>
                  </a:lnTo>
                  <a:lnTo>
                    <a:pt x="759137" y="1259703"/>
                  </a:lnTo>
                  <a:lnTo>
                    <a:pt x="843485" y="1259703"/>
                  </a:lnTo>
                  <a:lnTo>
                    <a:pt x="843485" y="1215160"/>
                  </a:lnTo>
                  <a:lnTo>
                    <a:pt x="927834" y="1215160"/>
                  </a:lnTo>
                  <a:lnTo>
                    <a:pt x="927834" y="1155589"/>
                  </a:lnTo>
                  <a:lnTo>
                    <a:pt x="1012182" y="1155589"/>
                  </a:lnTo>
                  <a:lnTo>
                    <a:pt x="1012182" y="1051591"/>
                  </a:lnTo>
                  <a:lnTo>
                    <a:pt x="1096531" y="1051591"/>
                  </a:lnTo>
                  <a:lnTo>
                    <a:pt x="1096531" y="1005409"/>
                  </a:lnTo>
                  <a:lnTo>
                    <a:pt x="1180880" y="1005409"/>
                  </a:lnTo>
                  <a:lnTo>
                    <a:pt x="1180880" y="974213"/>
                  </a:lnTo>
                  <a:lnTo>
                    <a:pt x="1265228" y="974213"/>
                  </a:lnTo>
                  <a:lnTo>
                    <a:pt x="1265228" y="927510"/>
                  </a:lnTo>
                  <a:lnTo>
                    <a:pt x="1349577" y="927510"/>
                  </a:lnTo>
                  <a:lnTo>
                    <a:pt x="1349577" y="896081"/>
                  </a:lnTo>
                  <a:lnTo>
                    <a:pt x="1433925" y="896081"/>
                  </a:lnTo>
                  <a:lnTo>
                    <a:pt x="1433925" y="864576"/>
                  </a:lnTo>
                  <a:lnTo>
                    <a:pt x="1518274" y="864576"/>
                  </a:lnTo>
                  <a:lnTo>
                    <a:pt x="1518274" y="801638"/>
                  </a:lnTo>
                  <a:lnTo>
                    <a:pt x="1602622" y="801638"/>
                  </a:lnTo>
                  <a:lnTo>
                    <a:pt x="1602622" y="785579"/>
                  </a:lnTo>
                  <a:lnTo>
                    <a:pt x="1686971" y="785579"/>
                  </a:lnTo>
                  <a:lnTo>
                    <a:pt x="1686971" y="769565"/>
                  </a:lnTo>
                  <a:lnTo>
                    <a:pt x="1771320" y="769565"/>
                  </a:lnTo>
                  <a:lnTo>
                    <a:pt x="1771320" y="769565"/>
                  </a:lnTo>
                  <a:lnTo>
                    <a:pt x="1855668" y="769565"/>
                  </a:lnTo>
                  <a:lnTo>
                    <a:pt x="1855668" y="705235"/>
                  </a:lnTo>
                  <a:lnTo>
                    <a:pt x="1940017" y="705235"/>
                  </a:lnTo>
                  <a:lnTo>
                    <a:pt x="1940017" y="705235"/>
                  </a:lnTo>
                  <a:lnTo>
                    <a:pt x="2024365" y="705235"/>
                  </a:lnTo>
                  <a:lnTo>
                    <a:pt x="2024365" y="689007"/>
                  </a:lnTo>
                  <a:lnTo>
                    <a:pt x="2108714" y="689007"/>
                  </a:lnTo>
                  <a:lnTo>
                    <a:pt x="2108714" y="656699"/>
                  </a:lnTo>
                  <a:lnTo>
                    <a:pt x="2193062" y="656699"/>
                  </a:lnTo>
                  <a:lnTo>
                    <a:pt x="2193062" y="592449"/>
                  </a:lnTo>
                  <a:lnTo>
                    <a:pt x="2277411" y="592449"/>
                  </a:lnTo>
                  <a:lnTo>
                    <a:pt x="2277411" y="575961"/>
                  </a:lnTo>
                  <a:lnTo>
                    <a:pt x="2361760" y="575961"/>
                  </a:lnTo>
                  <a:lnTo>
                    <a:pt x="2361760" y="510399"/>
                  </a:lnTo>
                  <a:lnTo>
                    <a:pt x="2446108" y="510399"/>
                  </a:lnTo>
                  <a:lnTo>
                    <a:pt x="2446108" y="461079"/>
                  </a:lnTo>
                  <a:lnTo>
                    <a:pt x="2530457" y="461079"/>
                  </a:lnTo>
                  <a:lnTo>
                    <a:pt x="2530457" y="411875"/>
                  </a:lnTo>
                  <a:lnTo>
                    <a:pt x="2614805" y="411875"/>
                  </a:lnTo>
                  <a:lnTo>
                    <a:pt x="2614805" y="395240"/>
                  </a:lnTo>
                  <a:lnTo>
                    <a:pt x="2699154" y="395240"/>
                  </a:lnTo>
                  <a:lnTo>
                    <a:pt x="2699154" y="395240"/>
                  </a:lnTo>
                  <a:lnTo>
                    <a:pt x="2783503" y="395240"/>
                  </a:lnTo>
                  <a:lnTo>
                    <a:pt x="2783503" y="395240"/>
                  </a:lnTo>
                  <a:lnTo>
                    <a:pt x="2867851" y="395240"/>
                  </a:lnTo>
                  <a:lnTo>
                    <a:pt x="2867851" y="345549"/>
                  </a:lnTo>
                  <a:lnTo>
                    <a:pt x="2952200" y="345549"/>
                  </a:lnTo>
                  <a:lnTo>
                    <a:pt x="2952200" y="312261"/>
                  </a:lnTo>
                  <a:lnTo>
                    <a:pt x="3036548" y="312261"/>
                  </a:lnTo>
                  <a:lnTo>
                    <a:pt x="3036548" y="312261"/>
                  </a:lnTo>
                  <a:lnTo>
                    <a:pt x="3120897" y="312261"/>
                  </a:lnTo>
                  <a:lnTo>
                    <a:pt x="3120897" y="295642"/>
                  </a:lnTo>
                  <a:lnTo>
                    <a:pt x="3205245" y="295642"/>
                  </a:lnTo>
                  <a:lnTo>
                    <a:pt x="3205245" y="279069"/>
                  </a:lnTo>
                  <a:lnTo>
                    <a:pt x="3289594" y="279069"/>
                  </a:lnTo>
                  <a:lnTo>
                    <a:pt x="3289594" y="279069"/>
                  </a:lnTo>
                  <a:lnTo>
                    <a:pt x="3373943" y="279069"/>
                  </a:lnTo>
                  <a:lnTo>
                    <a:pt x="3373943" y="279069"/>
                  </a:lnTo>
                  <a:lnTo>
                    <a:pt x="3458291" y="279069"/>
                  </a:lnTo>
                  <a:lnTo>
                    <a:pt x="3458291" y="279069"/>
                  </a:lnTo>
                  <a:lnTo>
                    <a:pt x="3542640" y="279069"/>
                  </a:lnTo>
                  <a:lnTo>
                    <a:pt x="3542640" y="279069"/>
                  </a:lnTo>
                  <a:lnTo>
                    <a:pt x="3626988" y="279069"/>
                  </a:lnTo>
                  <a:lnTo>
                    <a:pt x="3626988" y="279069"/>
                  </a:lnTo>
                  <a:lnTo>
                    <a:pt x="3711337" y="279069"/>
                  </a:lnTo>
                  <a:lnTo>
                    <a:pt x="3711337" y="279069"/>
                  </a:lnTo>
                  <a:lnTo>
                    <a:pt x="3795685" y="279069"/>
                  </a:lnTo>
                  <a:lnTo>
                    <a:pt x="3795685" y="262519"/>
                  </a:lnTo>
                  <a:lnTo>
                    <a:pt x="3880034" y="262519"/>
                  </a:lnTo>
                  <a:lnTo>
                    <a:pt x="3880034" y="262519"/>
                  </a:lnTo>
                  <a:lnTo>
                    <a:pt x="3964383" y="262519"/>
                  </a:lnTo>
                  <a:lnTo>
                    <a:pt x="3964383" y="246003"/>
                  </a:lnTo>
                  <a:lnTo>
                    <a:pt x="4048731" y="246003"/>
                  </a:lnTo>
                  <a:lnTo>
                    <a:pt x="4048731" y="229525"/>
                  </a:lnTo>
                  <a:lnTo>
                    <a:pt x="4133080" y="229525"/>
                  </a:lnTo>
                  <a:lnTo>
                    <a:pt x="4133080" y="196774"/>
                  </a:lnTo>
                  <a:lnTo>
                    <a:pt x="4217428" y="196774"/>
                  </a:lnTo>
                  <a:lnTo>
                    <a:pt x="4217428" y="196774"/>
                  </a:lnTo>
                  <a:lnTo>
                    <a:pt x="4301777" y="196774"/>
                  </a:lnTo>
                  <a:lnTo>
                    <a:pt x="4301777" y="196774"/>
                  </a:lnTo>
                  <a:lnTo>
                    <a:pt x="4386125" y="196774"/>
                  </a:lnTo>
                  <a:lnTo>
                    <a:pt x="4386125" y="180451"/>
                  </a:lnTo>
                  <a:lnTo>
                    <a:pt x="4470474" y="180451"/>
                  </a:lnTo>
                  <a:lnTo>
                    <a:pt x="4470474" y="180451"/>
                  </a:lnTo>
                  <a:lnTo>
                    <a:pt x="4554823" y="180451"/>
                  </a:lnTo>
                  <a:lnTo>
                    <a:pt x="4554823" y="164155"/>
                  </a:lnTo>
                  <a:lnTo>
                    <a:pt x="4639171" y="164155"/>
                  </a:lnTo>
                  <a:lnTo>
                    <a:pt x="4639171" y="164155"/>
                  </a:lnTo>
                  <a:lnTo>
                    <a:pt x="4723520" y="164155"/>
                  </a:lnTo>
                  <a:lnTo>
                    <a:pt x="4723520" y="164155"/>
                  </a:lnTo>
                  <a:lnTo>
                    <a:pt x="4807868" y="164155"/>
                  </a:lnTo>
                  <a:lnTo>
                    <a:pt x="4807868" y="164155"/>
                  </a:lnTo>
                  <a:lnTo>
                    <a:pt x="4892217" y="164155"/>
                  </a:lnTo>
                  <a:lnTo>
                    <a:pt x="4892217" y="164155"/>
                  </a:lnTo>
                  <a:lnTo>
                    <a:pt x="4976565" y="164155"/>
                  </a:lnTo>
                  <a:lnTo>
                    <a:pt x="4976565" y="147930"/>
                  </a:lnTo>
                  <a:lnTo>
                    <a:pt x="5060914" y="147930"/>
                  </a:lnTo>
                  <a:lnTo>
                    <a:pt x="5060914" y="115711"/>
                  </a:lnTo>
                  <a:lnTo>
                    <a:pt x="5145263" y="115711"/>
                  </a:lnTo>
                  <a:lnTo>
                    <a:pt x="5145263" y="115711"/>
                  </a:lnTo>
                  <a:lnTo>
                    <a:pt x="5229611" y="115711"/>
                  </a:lnTo>
                  <a:lnTo>
                    <a:pt x="5229611" y="115711"/>
                  </a:lnTo>
                  <a:lnTo>
                    <a:pt x="5313960" y="115711"/>
                  </a:lnTo>
                  <a:lnTo>
                    <a:pt x="5313960" y="115711"/>
                  </a:lnTo>
                  <a:lnTo>
                    <a:pt x="5398308" y="115711"/>
                  </a:lnTo>
                  <a:lnTo>
                    <a:pt x="5398308" y="99452"/>
                  </a:lnTo>
                  <a:lnTo>
                    <a:pt x="5482657" y="99452"/>
                  </a:lnTo>
                  <a:lnTo>
                    <a:pt x="5482657" y="83225"/>
                  </a:lnTo>
                  <a:lnTo>
                    <a:pt x="5567006" y="83225"/>
                  </a:lnTo>
                  <a:lnTo>
                    <a:pt x="5567006" y="83225"/>
                  </a:lnTo>
                  <a:lnTo>
                    <a:pt x="5651354" y="83225"/>
                  </a:lnTo>
                  <a:lnTo>
                    <a:pt x="5651354" y="83225"/>
                  </a:lnTo>
                  <a:lnTo>
                    <a:pt x="5735703" y="83225"/>
                  </a:lnTo>
                  <a:lnTo>
                    <a:pt x="5735703" y="67010"/>
                  </a:lnTo>
                  <a:lnTo>
                    <a:pt x="5820051" y="67010"/>
                  </a:lnTo>
                  <a:lnTo>
                    <a:pt x="5820051" y="67010"/>
                  </a:lnTo>
                  <a:lnTo>
                    <a:pt x="5904400" y="67010"/>
                  </a:lnTo>
                  <a:lnTo>
                    <a:pt x="5904400" y="67010"/>
                  </a:lnTo>
                  <a:lnTo>
                    <a:pt x="5988748" y="67010"/>
                  </a:lnTo>
                  <a:lnTo>
                    <a:pt x="5988748" y="67010"/>
                  </a:lnTo>
                  <a:lnTo>
                    <a:pt x="6073097" y="67010"/>
                  </a:lnTo>
                  <a:lnTo>
                    <a:pt x="6073097" y="67010"/>
                  </a:lnTo>
                  <a:lnTo>
                    <a:pt x="6157446" y="67010"/>
                  </a:lnTo>
                  <a:lnTo>
                    <a:pt x="6157446" y="33589"/>
                  </a:lnTo>
                  <a:lnTo>
                    <a:pt x="6241794" y="33589"/>
                  </a:lnTo>
                  <a:lnTo>
                    <a:pt x="6241794" y="33589"/>
                  </a:lnTo>
                  <a:lnTo>
                    <a:pt x="6326143" y="33589"/>
                  </a:lnTo>
                  <a:lnTo>
                    <a:pt x="6326143" y="33589"/>
                  </a:lnTo>
                  <a:lnTo>
                    <a:pt x="6410491" y="33589"/>
                  </a:lnTo>
                  <a:lnTo>
                    <a:pt x="6410491" y="33589"/>
                  </a:lnTo>
                  <a:lnTo>
                    <a:pt x="6494840" y="33589"/>
                  </a:lnTo>
                  <a:lnTo>
                    <a:pt x="6494840" y="33589"/>
                  </a:lnTo>
                  <a:lnTo>
                    <a:pt x="6579188" y="33589"/>
                  </a:lnTo>
                  <a:lnTo>
                    <a:pt x="6579188" y="33589"/>
                  </a:lnTo>
                  <a:lnTo>
                    <a:pt x="6663537" y="33589"/>
                  </a:lnTo>
                  <a:lnTo>
                    <a:pt x="6663537" y="33589"/>
                  </a:lnTo>
                  <a:lnTo>
                    <a:pt x="6747886" y="33589"/>
                  </a:lnTo>
                  <a:lnTo>
                    <a:pt x="6747886" y="16757"/>
                  </a:lnTo>
                  <a:lnTo>
                    <a:pt x="6832234" y="16757"/>
                  </a:lnTo>
                  <a:lnTo>
                    <a:pt x="6832234" y="16757"/>
                  </a:lnTo>
                  <a:lnTo>
                    <a:pt x="6916583" y="16757"/>
                  </a:lnTo>
                  <a:lnTo>
                    <a:pt x="6916583" y="16757"/>
                  </a:lnTo>
                  <a:lnTo>
                    <a:pt x="7000931" y="16757"/>
                  </a:lnTo>
                  <a:lnTo>
                    <a:pt x="7000931" y="16757"/>
                  </a:lnTo>
                  <a:lnTo>
                    <a:pt x="7085280" y="16757"/>
                  </a:lnTo>
                  <a:lnTo>
                    <a:pt x="7085280" y="16757"/>
                  </a:lnTo>
                  <a:lnTo>
                    <a:pt x="7169628" y="16757"/>
                  </a:lnTo>
                  <a:lnTo>
                    <a:pt x="7169628" y="16757"/>
                  </a:lnTo>
                  <a:lnTo>
                    <a:pt x="7253977" y="16757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714085" y="502118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4187718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335424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2520780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85634" y="513321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482213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012670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543127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103887" y="5285568"/>
              <a:ext cx="142262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admission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66080" y="3343276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532758" y="5711373"/>
              <a:ext cx="121971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Alcoholic hepatitis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4850337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390879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5123763" y="5722346"/>
              <a:ext cx="16925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AH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64305" y="5722346"/>
              <a:ext cx="43333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Non-AH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19512" y="1512092"/>
              <a:ext cx="409971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Continuous covariates at median, categoricals at modal level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019512" y="1264635"/>
              <a:ext cx="4185757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ACLF-grade model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Adjusted CIF (MELD 3.0, no hispanic)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464816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38146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298122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14775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06489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23142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39795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5644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714130"/>
              <a:ext cx="7591371" cy="1350765"/>
            </a:xfrm>
            <a:custGeom>
              <a:avLst/>
              <a:pathLst>
                <a:path w="7591371" h="1350765">
                  <a:moveTo>
                    <a:pt x="0" y="1350765"/>
                  </a:moveTo>
                  <a:lnTo>
                    <a:pt x="84348" y="1350765"/>
                  </a:lnTo>
                  <a:lnTo>
                    <a:pt x="84348" y="1325335"/>
                  </a:lnTo>
                  <a:lnTo>
                    <a:pt x="168697" y="1325335"/>
                  </a:lnTo>
                  <a:lnTo>
                    <a:pt x="168697" y="1299885"/>
                  </a:lnTo>
                  <a:lnTo>
                    <a:pt x="253045" y="1299885"/>
                  </a:lnTo>
                  <a:lnTo>
                    <a:pt x="253045" y="1274331"/>
                  </a:lnTo>
                  <a:lnTo>
                    <a:pt x="337394" y="1274331"/>
                  </a:lnTo>
                  <a:lnTo>
                    <a:pt x="337394" y="1261434"/>
                  </a:lnTo>
                  <a:lnTo>
                    <a:pt x="421742" y="1261434"/>
                  </a:lnTo>
                  <a:lnTo>
                    <a:pt x="421742" y="1235699"/>
                  </a:lnTo>
                  <a:lnTo>
                    <a:pt x="506091" y="1235699"/>
                  </a:lnTo>
                  <a:lnTo>
                    <a:pt x="506091" y="1209971"/>
                  </a:lnTo>
                  <a:lnTo>
                    <a:pt x="590440" y="1209971"/>
                  </a:lnTo>
                  <a:lnTo>
                    <a:pt x="590440" y="1171437"/>
                  </a:lnTo>
                  <a:lnTo>
                    <a:pt x="674788" y="1171437"/>
                  </a:lnTo>
                  <a:lnTo>
                    <a:pt x="674788" y="1158462"/>
                  </a:lnTo>
                  <a:lnTo>
                    <a:pt x="759137" y="1158462"/>
                  </a:lnTo>
                  <a:lnTo>
                    <a:pt x="759137" y="1094214"/>
                  </a:lnTo>
                  <a:lnTo>
                    <a:pt x="843485" y="1094214"/>
                  </a:lnTo>
                  <a:lnTo>
                    <a:pt x="843485" y="1055146"/>
                  </a:lnTo>
                  <a:lnTo>
                    <a:pt x="927834" y="1055146"/>
                  </a:lnTo>
                  <a:lnTo>
                    <a:pt x="927834" y="1002950"/>
                  </a:lnTo>
                  <a:lnTo>
                    <a:pt x="1012182" y="1002950"/>
                  </a:lnTo>
                  <a:lnTo>
                    <a:pt x="1012182" y="912115"/>
                  </a:lnTo>
                  <a:lnTo>
                    <a:pt x="1096531" y="912115"/>
                  </a:lnTo>
                  <a:lnTo>
                    <a:pt x="1096531" y="872095"/>
                  </a:lnTo>
                  <a:lnTo>
                    <a:pt x="1180880" y="872095"/>
                  </a:lnTo>
                  <a:lnTo>
                    <a:pt x="1180880" y="845067"/>
                  </a:lnTo>
                  <a:lnTo>
                    <a:pt x="1265228" y="845067"/>
                  </a:lnTo>
                  <a:lnTo>
                    <a:pt x="1265228" y="804690"/>
                  </a:lnTo>
                  <a:lnTo>
                    <a:pt x="1349577" y="804690"/>
                  </a:lnTo>
                  <a:lnTo>
                    <a:pt x="1349577" y="777446"/>
                  </a:lnTo>
                  <a:lnTo>
                    <a:pt x="1433925" y="777446"/>
                  </a:lnTo>
                  <a:lnTo>
                    <a:pt x="1433925" y="750137"/>
                  </a:lnTo>
                  <a:lnTo>
                    <a:pt x="1518274" y="750137"/>
                  </a:lnTo>
                  <a:lnTo>
                    <a:pt x="1518274" y="695741"/>
                  </a:lnTo>
                  <a:lnTo>
                    <a:pt x="1602622" y="695741"/>
                  </a:lnTo>
                  <a:lnTo>
                    <a:pt x="1602622" y="681950"/>
                  </a:lnTo>
                  <a:lnTo>
                    <a:pt x="1686971" y="681950"/>
                  </a:lnTo>
                  <a:lnTo>
                    <a:pt x="1686971" y="668174"/>
                  </a:lnTo>
                  <a:lnTo>
                    <a:pt x="1771320" y="668174"/>
                  </a:lnTo>
                  <a:lnTo>
                    <a:pt x="1771320" y="668174"/>
                  </a:lnTo>
                  <a:lnTo>
                    <a:pt x="1855668" y="668174"/>
                  </a:lnTo>
                  <a:lnTo>
                    <a:pt x="1855668" y="612708"/>
                  </a:lnTo>
                  <a:lnTo>
                    <a:pt x="1940017" y="612708"/>
                  </a:lnTo>
                  <a:lnTo>
                    <a:pt x="1940017" y="612708"/>
                  </a:lnTo>
                  <a:lnTo>
                    <a:pt x="2024365" y="612708"/>
                  </a:lnTo>
                  <a:lnTo>
                    <a:pt x="2024365" y="598726"/>
                  </a:lnTo>
                  <a:lnTo>
                    <a:pt x="2108714" y="598726"/>
                  </a:lnTo>
                  <a:lnTo>
                    <a:pt x="2108714" y="570818"/>
                  </a:lnTo>
                  <a:lnTo>
                    <a:pt x="2193062" y="570818"/>
                  </a:lnTo>
                  <a:lnTo>
                    <a:pt x="2193062" y="515432"/>
                  </a:lnTo>
                  <a:lnTo>
                    <a:pt x="2277411" y="515432"/>
                  </a:lnTo>
                  <a:lnTo>
                    <a:pt x="2277411" y="501344"/>
                  </a:lnTo>
                  <a:lnTo>
                    <a:pt x="2361760" y="501344"/>
                  </a:lnTo>
                  <a:lnTo>
                    <a:pt x="2361760" y="445272"/>
                  </a:lnTo>
                  <a:lnTo>
                    <a:pt x="2446108" y="445272"/>
                  </a:lnTo>
                  <a:lnTo>
                    <a:pt x="2446108" y="402933"/>
                  </a:lnTo>
                  <a:lnTo>
                    <a:pt x="2530457" y="402933"/>
                  </a:lnTo>
                  <a:lnTo>
                    <a:pt x="2530457" y="360576"/>
                  </a:lnTo>
                  <a:lnTo>
                    <a:pt x="2614805" y="360576"/>
                  </a:lnTo>
                  <a:lnTo>
                    <a:pt x="2614805" y="346268"/>
                  </a:lnTo>
                  <a:lnTo>
                    <a:pt x="2699154" y="346268"/>
                  </a:lnTo>
                  <a:lnTo>
                    <a:pt x="2699154" y="346268"/>
                  </a:lnTo>
                  <a:lnTo>
                    <a:pt x="2783503" y="346268"/>
                  </a:lnTo>
                  <a:lnTo>
                    <a:pt x="2783503" y="346268"/>
                  </a:lnTo>
                  <a:lnTo>
                    <a:pt x="2867851" y="346268"/>
                  </a:lnTo>
                  <a:lnTo>
                    <a:pt x="2867851" y="303644"/>
                  </a:lnTo>
                  <a:lnTo>
                    <a:pt x="2952200" y="303644"/>
                  </a:lnTo>
                  <a:lnTo>
                    <a:pt x="2952200" y="275049"/>
                  </a:lnTo>
                  <a:lnTo>
                    <a:pt x="3036548" y="275049"/>
                  </a:lnTo>
                  <a:lnTo>
                    <a:pt x="3036548" y="275049"/>
                  </a:lnTo>
                  <a:lnTo>
                    <a:pt x="3120897" y="275049"/>
                  </a:lnTo>
                  <a:lnTo>
                    <a:pt x="3120897" y="260728"/>
                  </a:lnTo>
                  <a:lnTo>
                    <a:pt x="3205245" y="260728"/>
                  </a:lnTo>
                  <a:lnTo>
                    <a:pt x="3205245" y="246410"/>
                  </a:lnTo>
                  <a:lnTo>
                    <a:pt x="3289594" y="246410"/>
                  </a:lnTo>
                  <a:lnTo>
                    <a:pt x="3289594" y="246410"/>
                  </a:lnTo>
                  <a:lnTo>
                    <a:pt x="3373943" y="246410"/>
                  </a:lnTo>
                  <a:lnTo>
                    <a:pt x="3373943" y="246410"/>
                  </a:lnTo>
                  <a:lnTo>
                    <a:pt x="3458291" y="246410"/>
                  </a:lnTo>
                  <a:lnTo>
                    <a:pt x="3458291" y="246410"/>
                  </a:lnTo>
                  <a:lnTo>
                    <a:pt x="3542640" y="246410"/>
                  </a:lnTo>
                  <a:lnTo>
                    <a:pt x="3542640" y="246410"/>
                  </a:lnTo>
                  <a:lnTo>
                    <a:pt x="3626988" y="246410"/>
                  </a:lnTo>
                  <a:lnTo>
                    <a:pt x="3626988" y="246410"/>
                  </a:lnTo>
                  <a:lnTo>
                    <a:pt x="3711337" y="246410"/>
                  </a:lnTo>
                  <a:lnTo>
                    <a:pt x="3711337" y="246410"/>
                  </a:lnTo>
                  <a:lnTo>
                    <a:pt x="3795685" y="246410"/>
                  </a:lnTo>
                  <a:lnTo>
                    <a:pt x="3795685" y="232088"/>
                  </a:lnTo>
                  <a:lnTo>
                    <a:pt x="3880034" y="232088"/>
                  </a:lnTo>
                  <a:lnTo>
                    <a:pt x="3880034" y="232088"/>
                  </a:lnTo>
                  <a:lnTo>
                    <a:pt x="3964383" y="232088"/>
                  </a:lnTo>
                  <a:lnTo>
                    <a:pt x="3964383" y="217753"/>
                  </a:lnTo>
                  <a:lnTo>
                    <a:pt x="4048731" y="217753"/>
                  </a:lnTo>
                  <a:lnTo>
                    <a:pt x="4048731" y="203397"/>
                  </a:lnTo>
                  <a:lnTo>
                    <a:pt x="4133080" y="203397"/>
                  </a:lnTo>
                  <a:lnTo>
                    <a:pt x="4133080" y="174837"/>
                  </a:lnTo>
                  <a:lnTo>
                    <a:pt x="4217428" y="174837"/>
                  </a:lnTo>
                  <a:lnTo>
                    <a:pt x="4217428" y="174837"/>
                  </a:lnTo>
                  <a:lnTo>
                    <a:pt x="4301777" y="174837"/>
                  </a:lnTo>
                  <a:lnTo>
                    <a:pt x="4301777" y="174837"/>
                  </a:lnTo>
                  <a:lnTo>
                    <a:pt x="4386125" y="174837"/>
                  </a:lnTo>
                  <a:lnTo>
                    <a:pt x="4386125" y="160432"/>
                  </a:lnTo>
                  <a:lnTo>
                    <a:pt x="4470474" y="160432"/>
                  </a:lnTo>
                  <a:lnTo>
                    <a:pt x="4470474" y="160432"/>
                  </a:lnTo>
                  <a:lnTo>
                    <a:pt x="4554823" y="160432"/>
                  </a:lnTo>
                  <a:lnTo>
                    <a:pt x="4554823" y="146019"/>
                  </a:lnTo>
                  <a:lnTo>
                    <a:pt x="4639171" y="146019"/>
                  </a:lnTo>
                  <a:lnTo>
                    <a:pt x="4639171" y="146019"/>
                  </a:lnTo>
                  <a:lnTo>
                    <a:pt x="4723520" y="146019"/>
                  </a:lnTo>
                  <a:lnTo>
                    <a:pt x="4723520" y="146019"/>
                  </a:lnTo>
                  <a:lnTo>
                    <a:pt x="4807868" y="146019"/>
                  </a:lnTo>
                  <a:lnTo>
                    <a:pt x="4807868" y="146019"/>
                  </a:lnTo>
                  <a:lnTo>
                    <a:pt x="4892217" y="146019"/>
                  </a:lnTo>
                  <a:lnTo>
                    <a:pt x="4892217" y="146019"/>
                  </a:lnTo>
                  <a:lnTo>
                    <a:pt x="4976565" y="146019"/>
                  </a:lnTo>
                  <a:lnTo>
                    <a:pt x="4976565" y="131576"/>
                  </a:lnTo>
                  <a:lnTo>
                    <a:pt x="5060914" y="131576"/>
                  </a:lnTo>
                  <a:lnTo>
                    <a:pt x="5060914" y="102809"/>
                  </a:lnTo>
                  <a:lnTo>
                    <a:pt x="5145263" y="102809"/>
                  </a:lnTo>
                  <a:lnTo>
                    <a:pt x="5145263" y="102809"/>
                  </a:lnTo>
                  <a:lnTo>
                    <a:pt x="5229611" y="102809"/>
                  </a:lnTo>
                  <a:lnTo>
                    <a:pt x="5229611" y="102809"/>
                  </a:lnTo>
                  <a:lnTo>
                    <a:pt x="5313960" y="102809"/>
                  </a:lnTo>
                  <a:lnTo>
                    <a:pt x="5313960" y="102809"/>
                  </a:lnTo>
                  <a:lnTo>
                    <a:pt x="5398308" y="102809"/>
                  </a:lnTo>
                  <a:lnTo>
                    <a:pt x="5398308" y="88365"/>
                  </a:lnTo>
                  <a:lnTo>
                    <a:pt x="5482657" y="88365"/>
                  </a:lnTo>
                  <a:lnTo>
                    <a:pt x="5482657" y="73941"/>
                  </a:lnTo>
                  <a:lnTo>
                    <a:pt x="5567006" y="73941"/>
                  </a:lnTo>
                  <a:lnTo>
                    <a:pt x="5567006" y="73941"/>
                  </a:lnTo>
                  <a:lnTo>
                    <a:pt x="5651354" y="73941"/>
                  </a:lnTo>
                  <a:lnTo>
                    <a:pt x="5651354" y="73941"/>
                  </a:lnTo>
                  <a:lnTo>
                    <a:pt x="5735703" y="73941"/>
                  </a:lnTo>
                  <a:lnTo>
                    <a:pt x="5735703" y="59439"/>
                  </a:lnTo>
                  <a:lnTo>
                    <a:pt x="5820051" y="59439"/>
                  </a:lnTo>
                  <a:lnTo>
                    <a:pt x="5820051" y="59439"/>
                  </a:lnTo>
                  <a:lnTo>
                    <a:pt x="5904400" y="59439"/>
                  </a:lnTo>
                  <a:lnTo>
                    <a:pt x="5904400" y="59439"/>
                  </a:lnTo>
                  <a:lnTo>
                    <a:pt x="5988748" y="59439"/>
                  </a:lnTo>
                  <a:lnTo>
                    <a:pt x="5988748" y="59439"/>
                  </a:lnTo>
                  <a:lnTo>
                    <a:pt x="6073097" y="59439"/>
                  </a:lnTo>
                  <a:lnTo>
                    <a:pt x="6073097" y="59439"/>
                  </a:lnTo>
                  <a:lnTo>
                    <a:pt x="6157446" y="59439"/>
                  </a:lnTo>
                  <a:lnTo>
                    <a:pt x="6157446" y="29844"/>
                  </a:lnTo>
                  <a:lnTo>
                    <a:pt x="6241794" y="29844"/>
                  </a:lnTo>
                  <a:lnTo>
                    <a:pt x="6241794" y="29844"/>
                  </a:lnTo>
                  <a:lnTo>
                    <a:pt x="6326143" y="29844"/>
                  </a:lnTo>
                  <a:lnTo>
                    <a:pt x="6326143" y="29844"/>
                  </a:lnTo>
                  <a:lnTo>
                    <a:pt x="6410491" y="29844"/>
                  </a:lnTo>
                  <a:lnTo>
                    <a:pt x="6410491" y="29844"/>
                  </a:lnTo>
                  <a:lnTo>
                    <a:pt x="6494840" y="29844"/>
                  </a:lnTo>
                  <a:lnTo>
                    <a:pt x="6494840" y="29844"/>
                  </a:lnTo>
                  <a:lnTo>
                    <a:pt x="6579188" y="29844"/>
                  </a:lnTo>
                  <a:lnTo>
                    <a:pt x="6579188" y="29844"/>
                  </a:lnTo>
                  <a:lnTo>
                    <a:pt x="6663537" y="29844"/>
                  </a:lnTo>
                  <a:lnTo>
                    <a:pt x="6663537" y="29844"/>
                  </a:lnTo>
                  <a:lnTo>
                    <a:pt x="6747886" y="29844"/>
                  </a:lnTo>
                  <a:lnTo>
                    <a:pt x="6747886" y="14918"/>
                  </a:lnTo>
                  <a:lnTo>
                    <a:pt x="6832234" y="14918"/>
                  </a:lnTo>
                  <a:lnTo>
                    <a:pt x="6832234" y="14918"/>
                  </a:lnTo>
                  <a:lnTo>
                    <a:pt x="6916583" y="14918"/>
                  </a:lnTo>
                  <a:lnTo>
                    <a:pt x="6916583" y="14918"/>
                  </a:lnTo>
                  <a:lnTo>
                    <a:pt x="7000931" y="14918"/>
                  </a:lnTo>
                  <a:lnTo>
                    <a:pt x="7000931" y="14918"/>
                  </a:lnTo>
                  <a:lnTo>
                    <a:pt x="7085280" y="14918"/>
                  </a:lnTo>
                  <a:lnTo>
                    <a:pt x="7085280" y="14918"/>
                  </a:lnTo>
                  <a:lnTo>
                    <a:pt x="7169628" y="14918"/>
                  </a:lnTo>
                  <a:lnTo>
                    <a:pt x="7169628" y="14918"/>
                  </a:lnTo>
                  <a:lnTo>
                    <a:pt x="7253977" y="14918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19512" y="3223122"/>
              <a:ext cx="7591371" cy="1841772"/>
            </a:xfrm>
            <a:custGeom>
              <a:avLst/>
              <a:pathLst>
                <a:path w="7591371" h="1841772">
                  <a:moveTo>
                    <a:pt x="0" y="1841772"/>
                  </a:moveTo>
                  <a:lnTo>
                    <a:pt x="84348" y="1841772"/>
                  </a:lnTo>
                  <a:lnTo>
                    <a:pt x="84348" y="1802499"/>
                  </a:lnTo>
                  <a:lnTo>
                    <a:pt x="168697" y="1802499"/>
                  </a:lnTo>
                  <a:lnTo>
                    <a:pt x="168697" y="1763359"/>
                  </a:lnTo>
                  <a:lnTo>
                    <a:pt x="253045" y="1763359"/>
                  </a:lnTo>
                  <a:lnTo>
                    <a:pt x="253045" y="1724227"/>
                  </a:lnTo>
                  <a:lnTo>
                    <a:pt x="337394" y="1724227"/>
                  </a:lnTo>
                  <a:lnTo>
                    <a:pt x="337394" y="1704540"/>
                  </a:lnTo>
                  <a:lnTo>
                    <a:pt x="421742" y="1704540"/>
                  </a:lnTo>
                  <a:lnTo>
                    <a:pt x="421742" y="1665385"/>
                  </a:lnTo>
                  <a:lnTo>
                    <a:pt x="506091" y="1665385"/>
                  </a:lnTo>
                  <a:lnTo>
                    <a:pt x="506091" y="1626410"/>
                  </a:lnTo>
                  <a:lnTo>
                    <a:pt x="590440" y="1626410"/>
                  </a:lnTo>
                  <a:lnTo>
                    <a:pt x="590440" y="1568359"/>
                  </a:lnTo>
                  <a:lnTo>
                    <a:pt x="674788" y="1568359"/>
                  </a:lnTo>
                  <a:lnTo>
                    <a:pt x="674788" y="1548900"/>
                  </a:lnTo>
                  <a:lnTo>
                    <a:pt x="759137" y="1548900"/>
                  </a:lnTo>
                  <a:lnTo>
                    <a:pt x="759137" y="1453191"/>
                  </a:lnTo>
                  <a:lnTo>
                    <a:pt x="843485" y="1453191"/>
                  </a:lnTo>
                  <a:lnTo>
                    <a:pt x="843485" y="1395524"/>
                  </a:lnTo>
                  <a:lnTo>
                    <a:pt x="927834" y="1395524"/>
                  </a:lnTo>
                  <a:lnTo>
                    <a:pt x="927834" y="1319111"/>
                  </a:lnTo>
                  <a:lnTo>
                    <a:pt x="1012182" y="1319111"/>
                  </a:lnTo>
                  <a:lnTo>
                    <a:pt x="1012182" y="1187870"/>
                  </a:lnTo>
                  <a:lnTo>
                    <a:pt x="1096531" y="1187870"/>
                  </a:lnTo>
                  <a:lnTo>
                    <a:pt x="1096531" y="1130756"/>
                  </a:lnTo>
                  <a:lnTo>
                    <a:pt x="1180880" y="1130756"/>
                  </a:lnTo>
                  <a:lnTo>
                    <a:pt x="1180880" y="1092430"/>
                  </a:lnTo>
                  <a:lnTo>
                    <a:pt x="1265228" y="1092430"/>
                  </a:lnTo>
                  <a:lnTo>
                    <a:pt x="1265228" y="1035548"/>
                  </a:lnTo>
                  <a:lnTo>
                    <a:pt x="1349577" y="1035548"/>
                  </a:lnTo>
                  <a:lnTo>
                    <a:pt x="1349577" y="997422"/>
                  </a:lnTo>
                  <a:lnTo>
                    <a:pt x="1433925" y="997422"/>
                  </a:lnTo>
                  <a:lnTo>
                    <a:pt x="1433925" y="959409"/>
                  </a:lnTo>
                  <a:lnTo>
                    <a:pt x="1518274" y="959409"/>
                  </a:lnTo>
                  <a:lnTo>
                    <a:pt x="1518274" y="884316"/>
                  </a:lnTo>
                  <a:lnTo>
                    <a:pt x="1602622" y="884316"/>
                  </a:lnTo>
                  <a:lnTo>
                    <a:pt x="1602622" y="865408"/>
                  </a:lnTo>
                  <a:lnTo>
                    <a:pt x="1686971" y="865408"/>
                  </a:lnTo>
                  <a:lnTo>
                    <a:pt x="1686971" y="846574"/>
                  </a:lnTo>
                  <a:lnTo>
                    <a:pt x="1771320" y="846574"/>
                  </a:lnTo>
                  <a:lnTo>
                    <a:pt x="1771320" y="846574"/>
                  </a:lnTo>
                  <a:lnTo>
                    <a:pt x="1855668" y="846574"/>
                  </a:lnTo>
                  <a:lnTo>
                    <a:pt x="1855668" y="771290"/>
                  </a:lnTo>
                  <a:lnTo>
                    <a:pt x="1940017" y="771290"/>
                  </a:lnTo>
                  <a:lnTo>
                    <a:pt x="1940017" y="771290"/>
                  </a:lnTo>
                  <a:lnTo>
                    <a:pt x="2024365" y="771290"/>
                  </a:lnTo>
                  <a:lnTo>
                    <a:pt x="2024365" y="752450"/>
                  </a:lnTo>
                  <a:lnTo>
                    <a:pt x="2108714" y="752450"/>
                  </a:lnTo>
                  <a:lnTo>
                    <a:pt x="2108714" y="715013"/>
                  </a:lnTo>
                  <a:lnTo>
                    <a:pt x="2193062" y="715013"/>
                  </a:lnTo>
                  <a:lnTo>
                    <a:pt x="2193062" y="641376"/>
                  </a:lnTo>
                  <a:lnTo>
                    <a:pt x="2277411" y="641376"/>
                  </a:lnTo>
                  <a:lnTo>
                    <a:pt x="2277411" y="622788"/>
                  </a:lnTo>
                  <a:lnTo>
                    <a:pt x="2361760" y="622788"/>
                  </a:lnTo>
                  <a:lnTo>
                    <a:pt x="2361760" y="549375"/>
                  </a:lnTo>
                  <a:lnTo>
                    <a:pt x="2446108" y="549375"/>
                  </a:lnTo>
                  <a:lnTo>
                    <a:pt x="2446108" y="494554"/>
                  </a:lnTo>
                  <a:lnTo>
                    <a:pt x="2530457" y="494554"/>
                  </a:lnTo>
                  <a:lnTo>
                    <a:pt x="2530457" y="440238"/>
                  </a:lnTo>
                  <a:lnTo>
                    <a:pt x="2614805" y="440238"/>
                  </a:lnTo>
                  <a:lnTo>
                    <a:pt x="2614805" y="422012"/>
                  </a:lnTo>
                  <a:lnTo>
                    <a:pt x="2699154" y="422012"/>
                  </a:lnTo>
                  <a:lnTo>
                    <a:pt x="2699154" y="422012"/>
                  </a:lnTo>
                  <a:lnTo>
                    <a:pt x="2783503" y="422012"/>
                  </a:lnTo>
                  <a:lnTo>
                    <a:pt x="2783503" y="422012"/>
                  </a:lnTo>
                  <a:lnTo>
                    <a:pt x="2867851" y="422012"/>
                  </a:lnTo>
                  <a:lnTo>
                    <a:pt x="2867851" y="368078"/>
                  </a:lnTo>
                  <a:lnTo>
                    <a:pt x="2952200" y="368078"/>
                  </a:lnTo>
                  <a:lnTo>
                    <a:pt x="2952200" y="332203"/>
                  </a:lnTo>
                  <a:lnTo>
                    <a:pt x="3036548" y="332203"/>
                  </a:lnTo>
                  <a:lnTo>
                    <a:pt x="3036548" y="332203"/>
                  </a:lnTo>
                  <a:lnTo>
                    <a:pt x="3120897" y="332203"/>
                  </a:lnTo>
                  <a:lnTo>
                    <a:pt x="3120897" y="314328"/>
                  </a:lnTo>
                  <a:lnTo>
                    <a:pt x="3205245" y="314328"/>
                  </a:lnTo>
                  <a:lnTo>
                    <a:pt x="3205245" y="296519"/>
                  </a:lnTo>
                  <a:lnTo>
                    <a:pt x="3289594" y="296519"/>
                  </a:lnTo>
                  <a:lnTo>
                    <a:pt x="3289594" y="296519"/>
                  </a:lnTo>
                  <a:lnTo>
                    <a:pt x="3373943" y="296519"/>
                  </a:lnTo>
                  <a:lnTo>
                    <a:pt x="3373943" y="296519"/>
                  </a:lnTo>
                  <a:lnTo>
                    <a:pt x="3458291" y="296519"/>
                  </a:lnTo>
                  <a:lnTo>
                    <a:pt x="3458291" y="296519"/>
                  </a:lnTo>
                  <a:lnTo>
                    <a:pt x="3542640" y="296519"/>
                  </a:lnTo>
                  <a:lnTo>
                    <a:pt x="3542640" y="296519"/>
                  </a:lnTo>
                  <a:lnTo>
                    <a:pt x="3626988" y="296519"/>
                  </a:lnTo>
                  <a:lnTo>
                    <a:pt x="3626988" y="296519"/>
                  </a:lnTo>
                  <a:lnTo>
                    <a:pt x="3711337" y="296519"/>
                  </a:lnTo>
                  <a:lnTo>
                    <a:pt x="3711337" y="296519"/>
                  </a:lnTo>
                  <a:lnTo>
                    <a:pt x="3795685" y="296519"/>
                  </a:lnTo>
                  <a:lnTo>
                    <a:pt x="3795685" y="278769"/>
                  </a:lnTo>
                  <a:lnTo>
                    <a:pt x="3880034" y="278769"/>
                  </a:lnTo>
                  <a:lnTo>
                    <a:pt x="3880034" y="278769"/>
                  </a:lnTo>
                  <a:lnTo>
                    <a:pt x="3964383" y="278769"/>
                  </a:lnTo>
                  <a:lnTo>
                    <a:pt x="3964383" y="261064"/>
                  </a:lnTo>
                  <a:lnTo>
                    <a:pt x="4048731" y="261064"/>
                  </a:lnTo>
                  <a:lnTo>
                    <a:pt x="4048731" y="243398"/>
                  </a:lnTo>
                  <a:lnTo>
                    <a:pt x="4133080" y="243398"/>
                  </a:lnTo>
                  <a:lnTo>
                    <a:pt x="4133080" y="208441"/>
                  </a:lnTo>
                  <a:lnTo>
                    <a:pt x="4217428" y="208441"/>
                  </a:lnTo>
                  <a:lnTo>
                    <a:pt x="4217428" y="208441"/>
                  </a:lnTo>
                  <a:lnTo>
                    <a:pt x="4301777" y="208441"/>
                  </a:lnTo>
                  <a:lnTo>
                    <a:pt x="4301777" y="208441"/>
                  </a:lnTo>
                  <a:lnTo>
                    <a:pt x="4386125" y="208441"/>
                  </a:lnTo>
                  <a:lnTo>
                    <a:pt x="4386125" y="190905"/>
                  </a:lnTo>
                  <a:lnTo>
                    <a:pt x="4470474" y="190905"/>
                  </a:lnTo>
                  <a:lnTo>
                    <a:pt x="4470474" y="190905"/>
                  </a:lnTo>
                  <a:lnTo>
                    <a:pt x="4554823" y="190905"/>
                  </a:lnTo>
                  <a:lnTo>
                    <a:pt x="4554823" y="173423"/>
                  </a:lnTo>
                  <a:lnTo>
                    <a:pt x="4639171" y="173423"/>
                  </a:lnTo>
                  <a:lnTo>
                    <a:pt x="4639171" y="173423"/>
                  </a:lnTo>
                  <a:lnTo>
                    <a:pt x="4723520" y="173423"/>
                  </a:lnTo>
                  <a:lnTo>
                    <a:pt x="4723520" y="173423"/>
                  </a:lnTo>
                  <a:lnTo>
                    <a:pt x="4807868" y="173423"/>
                  </a:lnTo>
                  <a:lnTo>
                    <a:pt x="4807868" y="173423"/>
                  </a:lnTo>
                  <a:lnTo>
                    <a:pt x="4892217" y="173423"/>
                  </a:lnTo>
                  <a:lnTo>
                    <a:pt x="4892217" y="173423"/>
                  </a:lnTo>
                  <a:lnTo>
                    <a:pt x="4976565" y="173423"/>
                  </a:lnTo>
                  <a:lnTo>
                    <a:pt x="4976565" y="155970"/>
                  </a:lnTo>
                  <a:lnTo>
                    <a:pt x="5060914" y="155970"/>
                  </a:lnTo>
                  <a:lnTo>
                    <a:pt x="5060914" y="121402"/>
                  </a:lnTo>
                  <a:lnTo>
                    <a:pt x="5145263" y="121402"/>
                  </a:lnTo>
                  <a:lnTo>
                    <a:pt x="5145263" y="121402"/>
                  </a:lnTo>
                  <a:lnTo>
                    <a:pt x="5229611" y="121402"/>
                  </a:lnTo>
                  <a:lnTo>
                    <a:pt x="5229611" y="121402"/>
                  </a:lnTo>
                  <a:lnTo>
                    <a:pt x="5313960" y="121402"/>
                  </a:lnTo>
                  <a:lnTo>
                    <a:pt x="5313960" y="121402"/>
                  </a:lnTo>
                  <a:lnTo>
                    <a:pt x="5398308" y="121402"/>
                  </a:lnTo>
                  <a:lnTo>
                    <a:pt x="5398308" y="104144"/>
                  </a:lnTo>
                  <a:lnTo>
                    <a:pt x="5482657" y="104144"/>
                  </a:lnTo>
                  <a:lnTo>
                    <a:pt x="5482657" y="86974"/>
                  </a:lnTo>
                  <a:lnTo>
                    <a:pt x="5567006" y="86974"/>
                  </a:lnTo>
                  <a:lnTo>
                    <a:pt x="5567006" y="86974"/>
                  </a:lnTo>
                  <a:lnTo>
                    <a:pt x="5651354" y="86974"/>
                  </a:lnTo>
                  <a:lnTo>
                    <a:pt x="5651354" y="86974"/>
                  </a:lnTo>
                  <a:lnTo>
                    <a:pt x="5735703" y="86974"/>
                  </a:lnTo>
                  <a:lnTo>
                    <a:pt x="5735703" y="69779"/>
                  </a:lnTo>
                  <a:lnTo>
                    <a:pt x="5820051" y="69779"/>
                  </a:lnTo>
                  <a:lnTo>
                    <a:pt x="5820051" y="69779"/>
                  </a:lnTo>
                  <a:lnTo>
                    <a:pt x="5904400" y="69779"/>
                  </a:lnTo>
                  <a:lnTo>
                    <a:pt x="5904400" y="69779"/>
                  </a:lnTo>
                  <a:lnTo>
                    <a:pt x="5988748" y="69779"/>
                  </a:lnTo>
                  <a:lnTo>
                    <a:pt x="5988748" y="69779"/>
                  </a:lnTo>
                  <a:lnTo>
                    <a:pt x="6073097" y="69779"/>
                  </a:lnTo>
                  <a:lnTo>
                    <a:pt x="6073097" y="69779"/>
                  </a:lnTo>
                  <a:lnTo>
                    <a:pt x="6157446" y="69779"/>
                  </a:lnTo>
                  <a:lnTo>
                    <a:pt x="6157446" y="34895"/>
                  </a:lnTo>
                  <a:lnTo>
                    <a:pt x="6241794" y="34895"/>
                  </a:lnTo>
                  <a:lnTo>
                    <a:pt x="6241794" y="34895"/>
                  </a:lnTo>
                  <a:lnTo>
                    <a:pt x="6326143" y="34895"/>
                  </a:lnTo>
                  <a:lnTo>
                    <a:pt x="6326143" y="34895"/>
                  </a:lnTo>
                  <a:lnTo>
                    <a:pt x="6410491" y="34895"/>
                  </a:lnTo>
                  <a:lnTo>
                    <a:pt x="6410491" y="34895"/>
                  </a:lnTo>
                  <a:lnTo>
                    <a:pt x="6494840" y="34895"/>
                  </a:lnTo>
                  <a:lnTo>
                    <a:pt x="6494840" y="34895"/>
                  </a:lnTo>
                  <a:lnTo>
                    <a:pt x="6579188" y="34895"/>
                  </a:lnTo>
                  <a:lnTo>
                    <a:pt x="6579188" y="34895"/>
                  </a:lnTo>
                  <a:lnTo>
                    <a:pt x="6663537" y="34895"/>
                  </a:lnTo>
                  <a:lnTo>
                    <a:pt x="6663537" y="34895"/>
                  </a:lnTo>
                  <a:lnTo>
                    <a:pt x="6747886" y="34895"/>
                  </a:lnTo>
                  <a:lnTo>
                    <a:pt x="6747886" y="17407"/>
                  </a:lnTo>
                  <a:lnTo>
                    <a:pt x="6832234" y="17407"/>
                  </a:lnTo>
                  <a:lnTo>
                    <a:pt x="6832234" y="17407"/>
                  </a:lnTo>
                  <a:lnTo>
                    <a:pt x="6916583" y="17407"/>
                  </a:lnTo>
                  <a:lnTo>
                    <a:pt x="6916583" y="17407"/>
                  </a:lnTo>
                  <a:lnTo>
                    <a:pt x="7000931" y="17407"/>
                  </a:lnTo>
                  <a:lnTo>
                    <a:pt x="7000931" y="17407"/>
                  </a:lnTo>
                  <a:lnTo>
                    <a:pt x="7085280" y="17407"/>
                  </a:lnTo>
                  <a:lnTo>
                    <a:pt x="7085280" y="17407"/>
                  </a:lnTo>
                  <a:lnTo>
                    <a:pt x="7169628" y="17407"/>
                  </a:lnTo>
                  <a:lnTo>
                    <a:pt x="7169628" y="17407"/>
                  </a:lnTo>
                  <a:lnTo>
                    <a:pt x="7253977" y="17407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714085" y="502118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4187718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335424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2520780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85634" y="513321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482213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012670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543127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103887" y="5285568"/>
              <a:ext cx="142262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admission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66080" y="3343276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532758" y="5711373"/>
              <a:ext cx="121971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Alcoholic hepatitis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4850337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390879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5123763" y="5722346"/>
              <a:ext cx="16925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AH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64305" y="5722346"/>
              <a:ext cx="43333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Non-AH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19512" y="1512092"/>
              <a:ext cx="409971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Continuous covariates at median, categoricals at modal level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019512" y="1264635"/>
              <a:ext cx="5099974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MELD 3.0 model (no hispanic)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Adjusted CIF (ACLF, no hispanic)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464816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38146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298122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14775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06489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23142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39795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5644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854707"/>
              <a:ext cx="7591371" cy="1210188"/>
            </a:xfrm>
            <a:custGeom>
              <a:avLst/>
              <a:pathLst>
                <a:path w="7591371" h="1210188">
                  <a:moveTo>
                    <a:pt x="0" y="1210188"/>
                  </a:moveTo>
                  <a:lnTo>
                    <a:pt x="84348" y="1210188"/>
                  </a:lnTo>
                  <a:lnTo>
                    <a:pt x="84348" y="1189303"/>
                  </a:lnTo>
                  <a:lnTo>
                    <a:pt x="168697" y="1189303"/>
                  </a:lnTo>
                  <a:lnTo>
                    <a:pt x="168697" y="1168363"/>
                  </a:lnTo>
                  <a:lnTo>
                    <a:pt x="253045" y="1168363"/>
                  </a:lnTo>
                  <a:lnTo>
                    <a:pt x="253045" y="1147214"/>
                  </a:lnTo>
                  <a:lnTo>
                    <a:pt x="337394" y="1147214"/>
                  </a:lnTo>
                  <a:lnTo>
                    <a:pt x="337394" y="1136514"/>
                  </a:lnTo>
                  <a:lnTo>
                    <a:pt x="421742" y="1136514"/>
                  </a:lnTo>
                  <a:lnTo>
                    <a:pt x="421742" y="1115113"/>
                  </a:lnTo>
                  <a:lnTo>
                    <a:pt x="506091" y="1115113"/>
                  </a:lnTo>
                  <a:lnTo>
                    <a:pt x="506091" y="1093639"/>
                  </a:lnTo>
                  <a:lnTo>
                    <a:pt x="590440" y="1093639"/>
                  </a:lnTo>
                  <a:lnTo>
                    <a:pt x="590440" y="1061412"/>
                  </a:lnTo>
                  <a:lnTo>
                    <a:pt x="674788" y="1061412"/>
                  </a:lnTo>
                  <a:lnTo>
                    <a:pt x="674788" y="1050513"/>
                  </a:lnTo>
                  <a:lnTo>
                    <a:pt x="759137" y="1050513"/>
                  </a:lnTo>
                  <a:lnTo>
                    <a:pt x="759137" y="996385"/>
                  </a:lnTo>
                  <a:lnTo>
                    <a:pt x="843485" y="996385"/>
                  </a:lnTo>
                  <a:lnTo>
                    <a:pt x="843485" y="963447"/>
                  </a:lnTo>
                  <a:lnTo>
                    <a:pt x="927834" y="963447"/>
                  </a:lnTo>
                  <a:lnTo>
                    <a:pt x="927834" y="919181"/>
                  </a:lnTo>
                  <a:lnTo>
                    <a:pt x="1012182" y="919181"/>
                  </a:lnTo>
                  <a:lnTo>
                    <a:pt x="1012182" y="841291"/>
                  </a:lnTo>
                  <a:lnTo>
                    <a:pt x="1096531" y="841291"/>
                  </a:lnTo>
                  <a:lnTo>
                    <a:pt x="1096531" y="806446"/>
                  </a:lnTo>
                  <a:lnTo>
                    <a:pt x="1180880" y="806446"/>
                  </a:lnTo>
                  <a:lnTo>
                    <a:pt x="1180880" y="782815"/>
                  </a:lnTo>
                  <a:lnTo>
                    <a:pt x="1265228" y="782815"/>
                  </a:lnTo>
                  <a:lnTo>
                    <a:pt x="1265228" y="747299"/>
                  </a:lnTo>
                  <a:lnTo>
                    <a:pt x="1349577" y="747299"/>
                  </a:lnTo>
                  <a:lnTo>
                    <a:pt x="1349577" y="723301"/>
                  </a:lnTo>
                  <a:lnTo>
                    <a:pt x="1433925" y="723301"/>
                  </a:lnTo>
                  <a:lnTo>
                    <a:pt x="1433925" y="699165"/>
                  </a:lnTo>
                  <a:lnTo>
                    <a:pt x="1518274" y="699165"/>
                  </a:lnTo>
                  <a:lnTo>
                    <a:pt x="1518274" y="650706"/>
                  </a:lnTo>
                  <a:lnTo>
                    <a:pt x="1602622" y="650706"/>
                  </a:lnTo>
                  <a:lnTo>
                    <a:pt x="1602622" y="638289"/>
                  </a:lnTo>
                  <a:lnTo>
                    <a:pt x="1686971" y="638289"/>
                  </a:lnTo>
                  <a:lnTo>
                    <a:pt x="1686971" y="625884"/>
                  </a:lnTo>
                  <a:lnTo>
                    <a:pt x="1771320" y="625884"/>
                  </a:lnTo>
                  <a:lnTo>
                    <a:pt x="1771320" y="625884"/>
                  </a:lnTo>
                  <a:lnTo>
                    <a:pt x="1855668" y="625884"/>
                  </a:lnTo>
                  <a:lnTo>
                    <a:pt x="1855668" y="575831"/>
                  </a:lnTo>
                  <a:lnTo>
                    <a:pt x="1940017" y="575831"/>
                  </a:lnTo>
                  <a:lnTo>
                    <a:pt x="1940017" y="575831"/>
                  </a:lnTo>
                  <a:lnTo>
                    <a:pt x="2024365" y="575831"/>
                  </a:lnTo>
                  <a:lnTo>
                    <a:pt x="2024365" y="563148"/>
                  </a:lnTo>
                  <a:lnTo>
                    <a:pt x="2108714" y="563148"/>
                  </a:lnTo>
                  <a:lnTo>
                    <a:pt x="2108714" y="537827"/>
                  </a:lnTo>
                  <a:lnTo>
                    <a:pt x="2193062" y="537827"/>
                  </a:lnTo>
                  <a:lnTo>
                    <a:pt x="2193062" y="487187"/>
                  </a:lnTo>
                  <a:lnTo>
                    <a:pt x="2277411" y="487187"/>
                  </a:lnTo>
                  <a:lnTo>
                    <a:pt x="2277411" y="474131"/>
                  </a:lnTo>
                  <a:lnTo>
                    <a:pt x="2361760" y="474131"/>
                  </a:lnTo>
                  <a:lnTo>
                    <a:pt x="2361760" y="421955"/>
                  </a:lnTo>
                  <a:lnTo>
                    <a:pt x="2446108" y="421955"/>
                  </a:lnTo>
                  <a:lnTo>
                    <a:pt x="2446108" y="382429"/>
                  </a:lnTo>
                  <a:lnTo>
                    <a:pt x="2530457" y="382429"/>
                  </a:lnTo>
                  <a:lnTo>
                    <a:pt x="2530457" y="342752"/>
                  </a:lnTo>
                  <a:lnTo>
                    <a:pt x="2614805" y="342752"/>
                  </a:lnTo>
                  <a:lnTo>
                    <a:pt x="2614805" y="329281"/>
                  </a:lnTo>
                  <a:lnTo>
                    <a:pt x="2699154" y="329281"/>
                  </a:lnTo>
                  <a:lnTo>
                    <a:pt x="2699154" y="329281"/>
                  </a:lnTo>
                  <a:lnTo>
                    <a:pt x="2783503" y="329281"/>
                  </a:lnTo>
                  <a:lnTo>
                    <a:pt x="2783503" y="329281"/>
                  </a:lnTo>
                  <a:lnTo>
                    <a:pt x="2867851" y="329281"/>
                  </a:lnTo>
                  <a:lnTo>
                    <a:pt x="2867851" y="288869"/>
                  </a:lnTo>
                  <a:lnTo>
                    <a:pt x="2952200" y="288869"/>
                  </a:lnTo>
                  <a:lnTo>
                    <a:pt x="2952200" y="261648"/>
                  </a:lnTo>
                  <a:lnTo>
                    <a:pt x="3036548" y="261648"/>
                  </a:lnTo>
                  <a:lnTo>
                    <a:pt x="3036548" y="261648"/>
                  </a:lnTo>
                  <a:lnTo>
                    <a:pt x="3120897" y="261648"/>
                  </a:lnTo>
                  <a:lnTo>
                    <a:pt x="3120897" y="248012"/>
                  </a:lnTo>
                  <a:lnTo>
                    <a:pt x="3205245" y="248012"/>
                  </a:lnTo>
                  <a:lnTo>
                    <a:pt x="3205245" y="234384"/>
                  </a:lnTo>
                  <a:lnTo>
                    <a:pt x="3289594" y="234384"/>
                  </a:lnTo>
                  <a:lnTo>
                    <a:pt x="3289594" y="234384"/>
                  </a:lnTo>
                  <a:lnTo>
                    <a:pt x="3373943" y="234384"/>
                  </a:lnTo>
                  <a:lnTo>
                    <a:pt x="3373943" y="234384"/>
                  </a:lnTo>
                  <a:lnTo>
                    <a:pt x="3458291" y="234384"/>
                  </a:lnTo>
                  <a:lnTo>
                    <a:pt x="3458291" y="234384"/>
                  </a:lnTo>
                  <a:lnTo>
                    <a:pt x="3542640" y="234384"/>
                  </a:lnTo>
                  <a:lnTo>
                    <a:pt x="3542640" y="234384"/>
                  </a:lnTo>
                  <a:lnTo>
                    <a:pt x="3626988" y="234384"/>
                  </a:lnTo>
                  <a:lnTo>
                    <a:pt x="3626988" y="234384"/>
                  </a:lnTo>
                  <a:lnTo>
                    <a:pt x="3711337" y="234384"/>
                  </a:lnTo>
                  <a:lnTo>
                    <a:pt x="3711337" y="234384"/>
                  </a:lnTo>
                  <a:lnTo>
                    <a:pt x="3795685" y="234384"/>
                  </a:lnTo>
                  <a:lnTo>
                    <a:pt x="3795685" y="220745"/>
                  </a:lnTo>
                  <a:lnTo>
                    <a:pt x="3880034" y="220745"/>
                  </a:lnTo>
                  <a:lnTo>
                    <a:pt x="3880034" y="220745"/>
                  </a:lnTo>
                  <a:lnTo>
                    <a:pt x="3964383" y="220745"/>
                  </a:lnTo>
                  <a:lnTo>
                    <a:pt x="3964383" y="207101"/>
                  </a:lnTo>
                  <a:lnTo>
                    <a:pt x="4048731" y="207101"/>
                  </a:lnTo>
                  <a:lnTo>
                    <a:pt x="4048731" y="193458"/>
                  </a:lnTo>
                  <a:lnTo>
                    <a:pt x="4133080" y="193458"/>
                  </a:lnTo>
                  <a:lnTo>
                    <a:pt x="4133080" y="166250"/>
                  </a:lnTo>
                  <a:lnTo>
                    <a:pt x="4217428" y="166250"/>
                  </a:lnTo>
                  <a:lnTo>
                    <a:pt x="4217428" y="166250"/>
                  </a:lnTo>
                  <a:lnTo>
                    <a:pt x="4301777" y="166250"/>
                  </a:lnTo>
                  <a:lnTo>
                    <a:pt x="4301777" y="166250"/>
                  </a:lnTo>
                  <a:lnTo>
                    <a:pt x="4386125" y="166250"/>
                  </a:lnTo>
                  <a:lnTo>
                    <a:pt x="4386125" y="152642"/>
                  </a:lnTo>
                  <a:lnTo>
                    <a:pt x="4470474" y="152642"/>
                  </a:lnTo>
                  <a:lnTo>
                    <a:pt x="4470474" y="152642"/>
                  </a:lnTo>
                  <a:lnTo>
                    <a:pt x="4554823" y="152642"/>
                  </a:lnTo>
                  <a:lnTo>
                    <a:pt x="4554823" y="139025"/>
                  </a:lnTo>
                  <a:lnTo>
                    <a:pt x="4639171" y="139025"/>
                  </a:lnTo>
                  <a:lnTo>
                    <a:pt x="4639171" y="139025"/>
                  </a:lnTo>
                  <a:lnTo>
                    <a:pt x="4723520" y="139025"/>
                  </a:lnTo>
                  <a:lnTo>
                    <a:pt x="4723520" y="139025"/>
                  </a:lnTo>
                  <a:lnTo>
                    <a:pt x="4807868" y="139025"/>
                  </a:lnTo>
                  <a:lnTo>
                    <a:pt x="4807868" y="139025"/>
                  </a:lnTo>
                  <a:lnTo>
                    <a:pt x="4892217" y="139025"/>
                  </a:lnTo>
                  <a:lnTo>
                    <a:pt x="4892217" y="139025"/>
                  </a:lnTo>
                  <a:lnTo>
                    <a:pt x="4976565" y="139025"/>
                  </a:lnTo>
                  <a:lnTo>
                    <a:pt x="4976565" y="125435"/>
                  </a:lnTo>
                  <a:lnTo>
                    <a:pt x="5060914" y="125435"/>
                  </a:lnTo>
                  <a:lnTo>
                    <a:pt x="5060914" y="98352"/>
                  </a:lnTo>
                  <a:lnTo>
                    <a:pt x="5145263" y="98352"/>
                  </a:lnTo>
                  <a:lnTo>
                    <a:pt x="5145263" y="98352"/>
                  </a:lnTo>
                  <a:lnTo>
                    <a:pt x="5229611" y="98352"/>
                  </a:lnTo>
                  <a:lnTo>
                    <a:pt x="5229611" y="98352"/>
                  </a:lnTo>
                  <a:lnTo>
                    <a:pt x="5313960" y="98352"/>
                  </a:lnTo>
                  <a:lnTo>
                    <a:pt x="5313960" y="98352"/>
                  </a:lnTo>
                  <a:lnTo>
                    <a:pt x="5398308" y="98352"/>
                  </a:lnTo>
                  <a:lnTo>
                    <a:pt x="5398308" y="84637"/>
                  </a:lnTo>
                  <a:lnTo>
                    <a:pt x="5482657" y="84637"/>
                  </a:lnTo>
                  <a:lnTo>
                    <a:pt x="5482657" y="70915"/>
                  </a:lnTo>
                  <a:lnTo>
                    <a:pt x="5567006" y="70915"/>
                  </a:lnTo>
                  <a:lnTo>
                    <a:pt x="5567006" y="70915"/>
                  </a:lnTo>
                  <a:lnTo>
                    <a:pt x="5651354" y="70915"/>
                  </a:lnTo>
                  <a:lnTo>
                    <a:pt x="5651354" y="70915"/>
                  </a:lnTo>
                  <a:lnTo>
                    <a:pt x="5735703" y="70915"/>
                  </a:lnTo>
                  <a:lnTo>
                    <a:pt x="5735703" y="57169"/>
                  </a:lnTo>
                  <a:lnTo>
                    <a:pt x="5820051" y="57169"/>
                  </a:lnTo>
                  <a:lnTo>
                    <a:pt x="5820051" y="57169"/>
                  </a:lnTo>
                  <a:lnTo>
                    <a:pt x="5904400" y="57169"/>
                  </a:lnTo>
                  <a:lnTo>
                    <a:pt x="5904400" y="57169"/>
                  </a:lnTo>
                  <a:lnTo>
                    <a:pt x="5988748" y="57169"/>
                  </a:lnTo>
                  <a:lnTo>
                    <a:pt x="5988748" y="57169"/>
                  </a:lnTo>
                  <a:lnTo>
                    <a:pt x="6073097" y="57169"/>
                  </a:lnTo>
                  <a:lnTo>
                    <a:pt x="6073097" y="57169"/>
                  </a:lnTo>
                  <a:lnTo>
                    <a:pt x="6157446" y="57169"/>
                  </a:lnTo>
                  <a:lnTo>
                    <a:pt x="6157446" y="28730"/>
                  </a:lnTo>
                  <a:lnTo>
                    <a:pt x="6241794" y="28730"/>
                  </a:lnTo>
                  <a:lnTo>
                    <a:pt x="6241794" y="28730"/>
                  </a:lnTo>
                  <a:lnTo>
                    <a:pt x="6326143" y="28730"/>
                  </a:lnTo>
                  <a:lnTo>
                    <a:pt x="6326143" y="28730"/>
                  </a:lnTo>
                  <a:lnTo>
                    <a:pt x="6410491" y="28730"/>
                  </a:lnTo>
                  <a:lnTo>
                    <a:pt x="6410491" y="28730"/>
                  </a:lnTo>
                  <a:lnTo>
                    <a:pt x="6494840" y="28730"/>
                  </a:lnTo>
                  <a:lnTo>
                    <a:pt x="6494840" y="28730"/>
                  </a:lnTo>
                  <a:lnTo>
                    <a:pt x="6579188" y="28730"/>
                  </a:lnTo>
                  <a:lnTo>
                    <a:pt x="6579188" y="28730"/>
                  </a:lnTo>
                  <a:lnTo>
                    <a:pt x="6663537" y="28730"/>
                  </a:lnTo>
                  <a:lnTo>
                    <a:pt x="6663537" y="28730"/>
                  </a:lnTo>
                  <a:lnTo>
                    <a:pt x="6747886" y="28730"/>
                  </a:lnTo>
                  <a:lnTo>
                    <a:pt x="6747886" y="14352"/>
                  </a:lnTo>
                  <a:lnTo>
                    <a:pt x="6832234" y="14352"/>
                  </a:lnTo>
                  <a:lnTo>
                    <a:pt x="6832234" y="14352"/>
                  </a:lnTo>
                  <a:lnTo>
                    <a:pt x="6916583" y="14352"/>
                  </a:lnTo>
                  <a:lnTo>
                    <a:pt x="6916583" y="14352"/>
                  </a:lnTo>
                  <a:lnTo>
                    <a:pt x="7000931" y="14352"/>
                  </a:lnTo>
                  <a:lnTo>
                    <a:pt x="7000931" y="14352"/>
                  </a:lnTo>
                  <a:lnTo>
                    <a:pt x="7085280" y="14352"/>
                  </a:lnTo>
                  <a:lnTo>
                    <a:pt x="7085280" y="14352"/>
                  </a:lnTo>
                  <a:lnTo>
                    <a:pt x="7169628" y="14352"/>
                  </a:lnTo>
                  <a:lnTo>
                    <a:pt x="7169628" y="14352"/>
                  </a:lnTo>
                  <a:lnTo>
                    <a:pt x="7253977" y="14352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19512" y="3511428"/>
              <a:ext cx="7591371" cy="1553466"/>
            </a:xfrm>
            <a:custGeom>
              <a:avLst/>
              <a:pathLst>
                <a:path w="7591371" h="1553466">
                  <a:moveTo>
                    <a:pt x="0" y="1553466"/>
                  </a:moveTo>
                  <a:lnTo>
                    <a:pt x="84348" y="1553466"/>
                  </a:lnTo>
                  <a:lnTo>
                    <a:pt x="84348" y="1524452"/>
                  </a:lnTo>
                  <a:lnTo>
                    <a:pt x="168697" y="1524452"/>
                  </a:lnTo>
                  <a:lnTo>
                    <a:pt x="168697" y="1495433"/>
                  </a:lnTo>
                  <a:lnTo>
                    <a:pt x="253045" y="1495433"/>
                  </a:lnTo>
                  <a:lnTo>
                    <a:pt x="253045" y="1466197"/>
                  </a:lnTo>
                  <a:lnTo>
                    <a:pt x="337394" y="1466197"/>
                  </a:lnTo>
                  <a:lnTo>
                    <a:pt x="337394" y="1451435"/>
                  </a:lnTo>
                  <a:lnTo>
                    <a:pt x="421742" y="1451435"/>
                  </a:lnTo>
                  <a:lnTo>
                    <a:pt x="421742" y="1421963"/>
                  </a:lnTo>
                  <a:lnTo>
                    <a:pt x="506091" y="1421963"/>
                  </a:lnTo>
                  <a:lnTo>
                    <a:pt x="506091" y="1392468"/>
                  </a:lnTo>
                  <a:lnTo>
                    <a:pt x="590440" y="1392468"/>
                  </a:lnTo>
                  <a:lnTo>
                    <a:pt x="590440" y="1348348"/>
                  </a:lnTo>
                  <a:lnTo>
                    <a:pt x="674788" y="1348348"/>
                  </a:lnTo>
                  <a:lnTo>
                    <a:pt x="674788" y="1333466"/>
                  </a:lnTo>
                  <a:lnTo>
                    <a:pt x="759137" y="1333466"/>
                  </a:lnTo>
                  <a:lnTo>
                    <a:pt x="759137" y="1259855"/>
                  </a:lnTo>
                  <a:lnTo>
                    <a:pt x="843485" y="1259855"/>
                  </a:lnTo>
                  <a:lnTo>
                    <a:pt x="843485" y="1215305"/>
                  </a:lnTo>
                  <a:lnTo>
                    <a:pt x="927834" y="1215305"/>
                  </a:lnTo>
                  <a:lnTo>
                    <a:pt x="927834" y="1155724"/>
                  </a:lnTo>
                  <a:lnTo>
                    <a:pt x="1012182" y="1155724"/>
                  </a:lnTo>
                  <a:lnTo>
                    <a:pt x="1012182" y="1051709"/>
                  </a:lnTo>
                  <a:lnTo>
                    <a:pt x="1096531" y="1051709"/>
                  </a:lnTo>
                  <a:lnTo>
                    <a:pt x="1096531" y="1005519"/>
                  </a:lnTo>
                  <a:lnTo>
                    <a:pt x="1180880" y="1005519"/>
                  </a:lnTo>
                  <a:lnTo>
                    <a:pt x="1180880" y="974317"/>
                  </a:lnTo>
                  <a:lnTo>
                    <a:pt x="1265228" y="974317"/>
                  </a:lnTo>
                  <a:lnTo>
                    <a:pt x="1265228" y="927608"/>
                  </a:lnTo>
                  <a:lnTo>
                    <a:pt x="1349577" y="927608"/>
                  </a:lnTo>
                  <a:lnTo>
                    <a:pt x="1349577" y="896174"/>
                  </a:lnTo>
                  <a:lnTo>
                    <a:pt x="1433925" y="896174"/>
                  </a:lnTo>
                  <a:lnTo>
                    <a:pt x="1433925" y="864665"/>
                  </a:lnTo>
                  <a:lnTo>
                    <a:pt x="1518274" y="864665"/>
                  </a:lnTo>
                  <a:lnTo>
                    <a:pt x="1518274" y="801718"/>
                  </a:lnTo>
                  <a:lnTo>
                    <a:pt x="1602622" y="801718"/>
                  </a:lnTo>
                  <a:lnTo>
                    <a:pt x="1602622" y="785657"/>
                  </a:lnTo>
                  <a:lnTo>
                    <a:pt x="1686971" y="785657"/>
                  </a:lnTo>
                  <a:lnTo>
                    <a:pt x="1686971" y="769642"/>
                  </a:lnTo>
                  <a:lnTo>
                    <a:pt x="1771320" y="769642"/>
                  </a:lnTo>
                  <a:lnTo>
                    <a:pt x="1771320" y="769642"/>
                  </a:lnTo>
                  <a:lnTo>
                    <a:pt x="1855668" y="769642"/>
                  </a:lnTo>
                  <a:lnTo>
                    <a:pt x="1855668" y="705303"/>
                  </a:lnTo>
                  <a:lnTo>
                    <a:pt x="1940017" y="705303"/>
                  </a:lnTo>
                  <a:lnTo>
                    <a:pt x="1940017" y="705303"/>
                  </a:lnTo>
                  <a:lnTo>
                    <a:pt x="2024365" y="705303"/>
                  </a:lnTo>
                  <a:lnTo>
                    <a:pt x="2024365" y="689074"/>
                  </a:lnTo>
                  <a:lnTo>
                    <a:pt x="2108714" y="689074"/>
                  </a:lnTo>
                  <a:lnTo>
                    <a:pt x="2108714" y="656761"/>
                  </a:lnTo>
                  <a:lnTo>
                    <a:pt x="2193062" y="656761"/>
                  </a:lnTo>
                  <a:lnTo>
                    <a:pt x="2193062" y="592503"/>
                  </a:lnTo>
                  <a:lnTo>
                    <a:pt x="2277411" y="592503"/>
                  </a:lnTo>
                  <a:lnTo>
                    <a:pt x="2277411" y="576013"/>
                  </a:lnTo>
                  <a:lnTo>
                    <a:pt x="2361760" y="576013"/>
                  </a:lnTo>
                  <a:lnTo>
                    <a:pt x="2361760" y="510443"/>
                  </a:lnTo>
                  <a:lnTo>
                    <a:pt x="2446108" y="510443"/>
                  </a:lnTo>
                  <a:lnTo>
                    <a:pt x="2446108" y="461118"/>
                  </a:lnTo>
                  <a:lnTo>
                    <a:pt x="2530457" y="461118"/>
                  </a:lnTo>
                  <a:lnTo>
                    <a:pt x="2530457" y="411908"/>
                  </a:lnTo>
                  <a:lnTo>
                    <a:pt x="2614805" y="411908"/>
                  </a:lnTo>
                  <a:lnTo>
                    <a:pt x="2614805" y="395272"/>
                  </a:lnTo>
                  <a:lnTo>
                    <a:pt x="2699154" y="395272"/>
                  </a:lnTo>
                  <a:lnTo>
                    <a:pt x="2699154" y="395272"/>
                  </a:lnTo>
                  <a:lnTo>
                    <a:pt x="2783503" y="395272"/>
                  </a:lnTo>
                  <a:lnTo>
                    <a:pt x="2783503" y="395272"/>
                  </a:lnTo>
                  <a:lnTo>
                    <a:pt x="2867851" y="395272"/>
                  </a:lnTo>
                  <a:lnTo>
                    <a:pt x="2867851" y="345575"/>
                  </a:lnTo>
                  <a:lnTo>
                    <a:pt x="2952200" y="345575"/>
                  </a:lnTo>
                  <a:lnTo>
                    <a:pt x="2952200" y="312284"/>
                  </a:lnTo>
                  <a:lnTo>
                    <a:pt x="3036548" y="312284"/>
                  </a:lnTo>
                  <a:lnTo>
                    <a:pt x="3036548" y="312284"/>
                  </a:lnTo>
                  <a:lnTo>
                    <a:pt x="3120897" y="312284"/>
                  </a:lnTo>
                  <a:lnTo>
                    <a:pt x="3120897" y="295663"/>
                  </a:lnTo>
                  <a:lnTo>
                    <a:pt x="3205245" y="295663"/>
                  </a:lnTo>
                  <a:lnTo>
                    <a:pt x="3205245" y="279088"/>
                  </a:lnTo>
                  <a:lnTo>
                    <a:pt x="3289594" y="279088"/>
                  </a:lnTo>
                  <a:lnTo>
                    <a:pt x="3289594" y="279088"/>
                  </a:lnTo>
                  <a:lnTo>
                    <a:pt x="3373943" y="279088"/>
                  </a:lnTo>
                  <a:lnTo>
                    <a:pt x="3373943" y="279088"/>
                  </a:lnTo>
                  <a:lnTo>
                    <a:pt x="3458291" y="279088"/>
                  </a:lnTo>
                  <a:lnTo>
                    <a:pt x="3458291" y="279088"/>
                  </a:lnTo>
                  <a:lnTo>
                    <a:pt x="3542640" y="279088"/>
                  </a:lnTo>
                  <a:lnTo>
                    <a:pt x="3542640" y="279088"/>
                  </a:lnTo>
                  <a:lnTo>
                    <a:pt x="3626988" y="279088"/>
                  </a:lnTo>
                  <a:lnTo>
                    <a:pt x="3626988" y="279088"/>
                  </a:lnTo>
                  <a:lnTo>
                    <a:pt x="3711337" y="279088"/>
                  </a:lnTo>
                  <a:lnTo>
                    <a:pt x="3711337" y="279088"/>
                  </a:lnTo>
                  <a:lnTo>
                    <a:pt x="3795685" y="279088"/>
                  </a:lnTo>
                  <a:lnTo>
                    <a:pt x="3795685" y="262537"/>
                  </a:lnTo>
                  <a:lnTo>
                    <a:pt x="3880034" y="262537"/>
                  </a:lnTo>
                  <a:lnTo>
                    <a:pt x="3880034" y="262537"/>
                  </a:lnTo>
                  <a:lnTo>
                    <a:pt x="3964383" y="262537"/>
                  </a:lnTo>
                  <a:lnTo>
                    <a:pt x="3964383" y="246019"/>
                  </a:lnTo>
                  <a:lnTo>
                    <a:pt x="4048731" y="246019"/>
                  </a:lnTo>
                  <a:lnTo>
                    <a:pt x="4048731" y="229540"/>
                  </a:lnTo>
                  <a:lnTo>
                    <a:pt x="4133080" y="229540"/>
                  </a:lnTo>
                  <a:lnTo>
                    <a:pt x="4133080" y="196787"/>
                  </a:lnTo>
                  <a:lnTo>
                    <a:pt x="4217428" y="196787"/>
                  </a:lnTo>
                  <a:lnTo>
                    <a:pt x="4217428" y="196787"/>
                  </a:lnTo>
                  <a:lnTo>
                    <a:pt x="4301777" y="196787"/>
                  </a:lnTo>
                  <a:lnTo>
                    <a:pt x="4301777" y="196787"/>
                  </a:lnTo>
                  <a:lnTo>
                    <a:pt x="4386125" y="196787"/>
                  </a:lnTo>
                  <a:lnTo>
                    <a:pt x="4386125" y="180464"/>
                  </a:lnTo>
                  <a:lnTo>
                    <a:pt x="4470474" y="180464"/>
                  </a:lnTo>
                  <a:lnTo>
                    <a:pt x="4470474" y="180464"/>
                  </a:lnTo>
                  <a:lnTo>
                    <a:pt x="4554823" y="180464"/>
                  </a:lnTo>
                  <a:lnTo>
                    <a:pt x="4554823" y="164166"/>
                  </a:lnTo>
                  <a:lnTo>
                    <a:pt x="4639171" y="164166"/>
                  </a:lnTo>
                  <a:lnTo>
                    <a:pt x="4639171" y="164166"/>
                  </a:lnTo>
                  <a:lnTo>
                    <a:pt x="4723520" y="164166"/>
                  </a:lnTo>
                  <a:lnTo>
                    <a:pt x="4723520" y="164166"/>
                  </a:lnTo>
                  <a:lnTo>
                    <a:pt x="4807868" y="164166"/>
                  </a:lnTo>
                  <a:lnTo>
                    <a:pt x="4807868" y="164166"/>
                  </a:lnTo>
                  <a:lnTo>
                    <a:pt x="4892217" y="164166"/>
                  </a:lnTo>
                  <a:lnTo>
                    <a:pt x="4892217" y="164166"/>
                  </a:lnTo>
                  <a:lnTo>
                    <a:pt x="4976565" y="164166"/>
                  </a:lnTo>
                  <a:lnTo>
                    <a:pt x="4976565" y="147940"/>
                  </a:lnTo>
                  <a:lnTo>
                    <a:pt x="5060914" y="147940"/>
                  </a:lnTo>
                  <a:lnTo>
                    <a:pt x="5060914" y="115719"/>
                  </a:lnTo>
                  <a:lnTo>
                    <a:pt x="5145263" y="115719"/>
                  </a:lnTo>
                  <a:lnTo>
                    <a:pt x="5145263" y="115719"/>
                  </a:lnTo>
                  <a:lnTo>
                    <a:pt x="5229611" y="115719"/>
                  </a:lnTo>
                  <a:lnTo>
                    <a:pt x="5229611" y="115719"/>
                  </a:lnTo>
                  <a:lnTo>
                    <a:pt x="5313960" y="115719"/>
                  </a:lnTo>
                  <a:lnTo>
                    <a:pt x="5313960" y="115719"/>
                  </a:lnTo>
                  <a:lnTo>
                    <a:pt x="5398308" y="115719"/>
                  </a:lnTo>
                  <a:lnTo>
                    <a:pt x="5398308" y="99459"/>
                  </a:lnTo>
                  <a:lnTo>
                    <a:pt x="5482657" y="99459"/>
                  </a:lnTo>
                  <a:lnTo>
                    <a:pt x="5482657" y="83231"/>
                  </a:lnTo>
                  <a:lnTo>
                    <a:pt x="5567006" y="83231"/>
                  </a:lnTo>
                  <a:lnTo>
                    <a:pt x="5567006" y="83231"/>
                  </a:lnTo>
                  <a:lnTo>
                    <a:pt x="5651354" y="83231"/>
                  </a:lnTo>
                  <a:lnTo>
                    <a:pt x="5651354" y="83231"/>
                  </a:lnTo>
                  <a:lnTo>
                    <a:pt x="5735703" y="83231"/>
                  </a:lnTo>
                  <a:lnTo>
                    <a:pt x="5735703" y="67014"/>
                  </a:lnTo>
                  <a:lnTo>
                    <a:pt x="5820051" y="67014"/>
                  </a:lnTo>
                  <a:lnTo>
                    <a:pt x="5820051" y="67014"/>
                  </a:lnTo>
                  <a:lnTo>
                    <a:pt x="5904400" y="67014"/>
                  </a:lnTo>
                  <a:lnTo>
                    <a:pt x="5904400" y="67014"/>
                  </a:lnTo>
                  <a:lnTo>
                    <a:pt x="5988748" y="67014"/>
                  </a:lnTo>
                  <a:lnTo>
                    <a:pt x="5988748" y="67014"/>
                  </a:lnTo>
                  <a:lnTo>
                    <a:pt x="6073097" y="67014"/>
                  </a:lnTo>
                  <a:lnTo>
                    <a:pt x="6073097" y="67014"/>
                  </a:lnTo>
                  <a:lnTo>
                    <a:pt x="6157446" y="67014"/>
                  </a:lnTo>
                  <a:lnTo>
                    <a:pt x="6157446" y="33591"/>
                  </a:lnTo>
                  <a:lnTo>
                    <a:pt x="6241794" y="33591"/>
                  </a:lnTo>
                  <a:lnTo>
                    <a:pt x="6241794" y="33591"/>
                  </a:lnTo>
                  <a:lnTo>
                    <a:pt x="6326143" y="33591"/>
                  </a:lnTo>
                  <a:lnTo>
                    <a:pt x="6326143" y="33591"/>
                  </a:lnTo>
                  <a:lnTo>
                    <a:pt x="6410491" y="33591"/>
                  </a:lnTo>
                  <a:lnTo>
                    <a:pt x="6410491" y="33591"/>
                  </a:lnTo>
                  <a:lnTo>
                    <a:pt x="6494840" y="33591"/>
                  </a:lnTo>
                  <a:lnTo>
                    <a:pt x="6494840" y="33591"/>
                  </a:lnTo>
                  <a:lnTo>
                    <a:pt x="6579188" y="33591"/>
                  </a:lnTo>
                  <a:lnTo>
                    <a:pt x="6579188" y="33591"/>
                  </a:lnTo>
                  <a:lnTo>
                    <a:pt x="6663537" y="33591"/>
                  </a:lnTo>
                  <a:lnTo>
                    <a:pt x="6663537" y="33591"/>
                  </a:lnTo>
                  <a:lnTo>
                    <a:pt x="6747886" y="33591"/>
                  </a:lnTo>
                  <a:lnTo>
                    <a:pt x="6747886" y="16759"/>
                  </a:lnTo>
                  <a:lnTo>
                    <a:pt x="6832234" y="16759"/>
                  </a:lnTo>
                  <a:lnTo>
                    <a:pt x="6832234" y="16759"/>
                  </a:lnTo>
                  <a:lnTo>
                    <a:pt x="6916583" y="16759"/>
                  </a:lnTo>
                  <a:lnTo>
                    <a:pt x="6916583" y="16759"/>
                  </a:lnTo>
                  <a:lnTo>
                    <a:pt x="7000931" y="16759"/>
                  </a:lnTo>
                  <a:lnTo>
                    <a:pt x="7000931" y="16759"/>
                  </a:lnTo>
                  <a:lnTo>
                    <a:pt x="7085280" y="16759"/>
                  </a:lnTo>
                  <a:lnTo>
                    <a:pt x="7085280" y="16759"/>
                  </a:lnTo>
                  <a:lnTo>
                    <a:pt x="7169628" y="16759"/>
                  </a:lnTo>
                  <a:lnTo>
                    <a:pt x="7169628" y="16759"/>
                  </a:lnTo>
                  <a:lnTo>
                    <a:pt x="7253977" y="16759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714085" y="502118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4187718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335424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2520780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85634" y="513321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482213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012670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543127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103887" y="5285568"/>
              <a:ext cx="142262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admission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66080" y="3343276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532758" y="5711373"/>
              <a:ext cx="121971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Alcoholic hepatitis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4850337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390879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5123763" y="5722346"/>
              <a:ext cx="16925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AH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64305" y="5722346"/>
              <a:ext cx="43333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Non-AH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19512" y="1512092"/>
              <a:ext cx="409971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Continuous covariates at median, categoricals at modal level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019512" y="1264635"/>
              <a:ext cx="5283037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ACLF-grade model (no hispanic)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Adjusted CIF (age + admit_meld_3)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464816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38146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298122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14775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06489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23142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39795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5644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333876"/>
            </a:xfrm>
            <a:custGeom>
              <a:avLst/>
              <a:pathLst>
                <a:path w="0" h="3333876">
                  <a:moveTo>
                    <a:pt x="0" y="33338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772121"/>
              <a:ext cx="7591371" cy="1292774"/>
            </a:xfrm>
            <a:custGeom>
              <a:avLst/>
              <a:pathLst>
                <a:path w="7591371" h="1292774">
                  <a:moveTo>
                    <a:pt x="0" y="1292774"/>
                  </a:moveTo>
                  <a:lnTo>
                    <a:pt x="84348" y="1292774"/>
                  </a:lnTo>
                  <a:lnTo>
                    <a:pt x="84348" y="1268712"/>
                  </a:lnTo>
                  <a:lnTo>
                    <a:pt x="168697" y="1268712"/>
                  </a:lnTo>
                  <a:lnTo>
                    <a:pt x="168697" y="1244627"/>
                  </a:lnTo>
                  <a:lnTo>
                    <a:pt x="253045" y="1244627"/>
                  </a:lnTo>
                  <a:lnTo>
                    <a:pt x="253045" y="1220444"/>
                  </a:lnTo>
                  <a:lnTo>
                    <a:pt x="337394" y="1220444"/>
                  </a:lnTo>
                  <a:lnTo>
                    <a:pt x="337394" y="1208236"/>
                  </a:lnTo>
                  <a:lnTo>
                    <a:pt x="421742" y="1208236"/>
                  </a:lnTo>
                  <a:lnTo>
                    <a:pt x="421742" y="1183874"/>
                  </a:lnTo>
                  <a:lnTo>
                    <a:pt x="506091" y="1183874"/>
                  </a:lnTo>
                  <a:lnTo>
                    <a:pt x="506091" y="1159506"/>
                  </a:lnTo>
                  <a:lnTo>
                    <a:pt x="590440" y="1159506"/>
                  </a:lnTo>
                  <a:lnTo>
                    <a:pt x="590440" y="1122988"/>
                  </a:lnTo>
                  <a:lnTo>
                    <a:pt x="674788" y="1122988"/>
                  </a:lnTo>
                  <a:lnTo>
                    <a:pt x="674788" y="1110688"/>
                  </a:lnTo>
                  <a:lnTo>
                    <a:pt x="759137" y="1110688"/>
                  </a:lnTo>
                  <a:lnTo>
                    <a:pt x="759137" y="1049724"/>
                  </a:lnTo>
                  <a:lnTo>
                    <a:pt x="843485" y="1049724"/>
                  </a:lnTo>
                  <a:lnTo>
                    <a:pt x="843485" y="1012623"/>
                  </a:lnTo>
                  <a:lnTo>
                    <a:pt x="927834" y="1012623"/>
                  </a:lnTo>
                  <a:lnTo>
                    <a:pt x="927834" y="963023"/>
                  </a:lnTo>
                  <a:lnTo>
                    <a:pt x="1012182" y="963023"/>
                  </a:lnTo>
                  <a:lnTo>
                    <a:pt x="1012182" y="876513"/>
                  </a:lnTo>
                  <a:lnTo>
                    <a:pt x="1096531" y="876513"/>
                  </a:lnTo>
                  <a:lnTo>
                    <a:pt x="1096531" y="838393"/>
                  </a:lnTo>
                  <a:lnTo>
                    <a:pt x="1180880" y="838393"/>
                  </a:lnTo>
                  <a:lnTo>
                    <a:pt x="1180880" y="812639"/>
                  </a:lnTo>
                  <a:lnTo>
                    <a:pt x="1265228" y="812639"/>
                  </a:lnTo>
                  <a:lnTo>
                    <a:pt x="1265228" y="774115"/>
                  </a:lnTo>
                  <a:lnTo>
                    <a:pt x="1349577" y="774115"/>
                  </a:lnTo>
                  <a:lnTo>
                    <a:pt x="1349577" y="748130"/>
                  </a:lnTo>
                  <a:lnTo>
                    <a:pt x="1433925" y="748130"/>
                  </a:lnTo>
                  <a:lnTo>
                    <a:pt x="1433925" y="722086"/>
                  </a:lnTo>
                  <a:lnTo>
                    <a:pt x="1518274" y="722086"/>
                  </a:lnTo>
                  <a:lnTo>
                    <a:pt x="1518274" y="670126"/>
                  </a:lnTo>
                  <a:lnTo>
                    <a:pt x="1602622" y="670126"/>
                  </a:lnTo>
                  <a:lnTo>
                    <a:pt x="1602622" y="656926"/>
                  </a:lnTo>
                  <a:lnTo>
                    <a:pt x="1686971" y="656926"/>
                  </a:lnTo>
                  <a:lnTo>
                    <a:pt x="1686971" y="643741"/>
                  </a:lnTo>
                  <a:lnTo>
                    <a:pt x="1771320" y="643741"/>
                  </a:lnTo>
                  <a:lnTo>
                    <a:pt x="1771320" y="643741"/>
                  </a:lnTo>
                  <a:lnTo>
                    <a:pt x="1855668" y="643741"/>
                  </a:lnTo>
                  <a:lnTo>
                    <a:pt x="1855668" y="590618"/>
                  </a:lnTo>
                  <a:lnTo>
                    <a:pt x="1940017" y="590618"/>
                  </a:lnTo>
                  <a:lnTo>
                    <a:pt x="1940017" y="590618"/>
                  </a:lnTo>
                  <a:lnTo>
                    <a:pt x="2024365" y="590618"/>
                  </a:lnTo>
                  <a:lnTo>
                    <a:pt x="2024365" y="577206"/>
                  </a:lnTo>
                  <a:lnTo>
                    <a:pt x="2108714" y="577206"/>
                  </a:lnTo>
                  <a:lnTo>
                    <a:pt x="2108714" y="550427"/>
                  </a:lnTo>
                  <a:lnTo>
                    <a:pt x="2193062" y="550427"/>
                  </a:lnTo>
                  <a:lnTo>
                    <a:pt x="2193062" y="497198"/>
                  </a:lnTo>
                  <a:lnTo>
                    <a:pt x="2277411" y="497198"/>
                  </a:lnTo>
                  <a:lnTo>
                    <a:pt x="2277411" y="483670"/>
                  </a:lnTo>
                  <a:lnTo>
                    <a:pt x="2361760" y="483670"/>
                  </a:lnTo>
                  <a:lnTo>
                    <a:pt x="2361760" y="429814"/>
                  </a:lnTo>
                  <a:lnTo>
                    <a:pt x="2446108" y="429814"/>
                  </a:lnTo>
                  <a:lnTo>
                    <a:pt x="2446108" y="389071"/>
                  </a:lnTo>
                  <a:lnTo>
                    <a:pt x="2530457" y="389071"/>
                  </a:lnTo>
                  <a:lnTo>
                    <a:pt x="2530457" y="348303"/>
                  </a:lnTo>
                  <a:lnTo>
                    <a:pt x="2614805" y="348303"/>
                  </a:lnTo>
                  <a:lnTo>
                    <a:pt x="2614805" y="334522"/>
                  </a:lnTo>
                  <a:lnTo>
                    <a:pt x="2699154" y="334522"/>
                  </a:lnTo>
                  <a:lnTo>
                    <a:pt x="2699154" y="334522"/>
                  </a:lnTo>
                  <a:lnTo>
                    <a:pt x="2783503" y="334522"/>
                  </a:lnTo>
                  <a:lnTo>
                    <a:pt x="2783503" y="334522"/>
                  </a:lnTo>
                  <a:lnTo>
                    <a:pt x="2867851" y="334522"/>
                  </a:lnTo>
                  <a:lnTo>
                    <a:pt x="2867851" y="293448"/>
                  </a:lnTo>
                  <a:lnTo>
                    <a:pt x="2952200" y="293448"/>
                  </a:lnTo>
                  <a:lnTo>
                    <a:pt x="2952200" y="265904"/>
                  </a:lnTo>
                  <a:lnTo>
                    <a:pt x="3036548" y="265904"/>
                  </a:lnTo>
                  <a:lnTo>
                    <a:pt x="3036548" y="265904"/>
                  </a:lnTo>
                  <a:lnTo>
                    <a:pt x="3120897" y="265904"/>
                  </a:lnTo>
                  <a:lnTo>
                    <a:pt x="3120897" y="252091"/>
                  </a:lnTo>
                  <a:lnTo>
                    <a:pt x="3205245" y="252091"/>
                  </a:lnTo>
                  <a:lnTo>
                    <a:pt x="3205245" y="238280"/>
                  </a:lnTo>
                  <a:lnTo>
                    <a:pt x="3289594" y="238280"/>
                  </a:lnTo>
                  <a:lnTo>
                    <a:pt x="3289594" y="238280"/>
                  </a:lnTo>
                  <a:lnTo>
                    <a:pt x="3373943" y="238280"/>
                  </a:lnTo>
                  <a:lnTo>
                    <a:pt x="3373943" y="238280"/>
                  </a:lnTo>
                  <a:lnTo>
                    <a:pt x="3458291" y="238280"/>
                  </a:lnTo>
                  <a:lnTo>
                    <a:pt x="3458291" y="238280"/>
                  </a:lnTo>
                  <a:lnTo>
                    <a:pt x="3542640" y="238280"/>
                  </a:lnTo>
                  <a:lnTo>
                    <a:pt x="3542640" y="238280"/>
                  </a:lnTo>
                  <a:lnTo>
                    <a:pt x="3626988" y="238280"/>
                  </a:lnTo>
                  <a:lnTo>
                    <a:pt x="3626988" y="238280"/>
                  </a:lnTo>
                  <a:lnTo>
                    <a:pt x="3711337" y="238280"/>
                  </a:lnTo>
                  <a:lnTo>
                    <a:pt x="3711337" y="238280"/>
                  </a:lnTo>
                  <a:lnTo>
                    <a:pt x="3795685" y="238280"/>
                  </a:lnTo>
                  <a:lnTo>
                    <a:pt x="3795685" y="224466"/>
                  </a:lnTo>
                  <a:lnTo>
                    <a:pt x="3880034" y="224466"/>
                  </a:lnTo>
                  <a:lnTo>
                    <a:pt x="3880034" y="224466"/>
                  </a:lnTo>
                  <a:lnTo>
                    <a:pt x="3964383" y="224466"/>
                  </a:lnTo>
                  <a:lnTo>
                    <a:pt x="3964383" y="210627"/>
                  </a:lnTo>
                  <a:lnTo>
                    <a:pt x="4048731" y="210627"/>
                  </a:lnTo>
                  <a:lnTo>
                    <a:pt x="4048731" y="196755"/>
                  </a:lnTo>
                  <a:lnTo>
                    <a:pt x="4133080" y="196755"/>
                  </a:lnTo>
                  <a:lnTo>
                    <a:pt x="4133080" y="169149"/>
                  </a:lnTo>
                  <a:lnTo>
                    <a:pt x="4217428" y="169149"/>
                  </a:lnTo>
                  <a:lnTo>
                    <a:pt x="4217428" y="169149"/>
                  </a:lnTo>
                  <a:lnTo>
                    <a:pt x="4301777" y="169149"/>
                  </a:lnTo>
                  <a:lnTo>
                    <a:pt x="4301777" y="169149"/>
                  </a:lnTo>
                  <a:lnTo>
                    <a:pt x="4386125" y="169149"/>
                  </a:lnTo>
                  <a:lnTo>
                    <a:pt x="4386125" y="155228"/>
                  </a:lnTo>
                  <a:lnTo>
                    <a:pt x="4470474" y="155228"/>
                  </a:lnTo>
                  <a:lnTo>
                    <a:pt x="4470474" y="155228"/>
                  </a:lnTo>
                  <a:lnTo>
                    <a:pt x="4554823" y="155228"/>
                  </a:lnTo>
                  <a:lnTo>
                    <a:pt x="4554823" y="141301"/>
                  </a:lnTo>
                  <a:lnTo>
                    <a:pt x="4639171" y="141301"/>
                  </a:lnTo>
                  <a:lnTo>
                    <a:pt x="4639171" y="141301"/>
                  </a:lnTo>
                  <a:lnTo>
                    <a:pt x="4723520" y="141301"/>
                  </a:lnTo>
                  <a:lnTo>
                    <a:pt x="4723520" y="141301"/>
                  </a:lnTo>
                  <a:lnTo>
                    <a:pt x="4807868" y="141301"/>
                  </a:lnTo>
                  <a:lnTo>
                    <a:pt x="4807868" y="141301"/>
                  </a:lnTo>
                  <a:lnTo>
                    <a:pt x="4892217" y="141301"/>
                  </a:lnTo>
                  <a:lnTo>
                    <a:pt x="4892217" y="141301"/>
                  </a:lnTo>
                  <a:lnTo>
                    <a:pt x="4976565" y="141301"/>
                  </a:lnTo>
                  <a:lnTo>
                    <a:pt x="4976565" y="127346"/>
                  </a:lnTo>
                  <a:lnTo>
                    <a:pt x="5060914" y="127346"/>
                  </a:lnTo>
                  <a:lnTo>
                    <a:pt x="5060914" y="99523"/>
                  </a:lnTo>
                  <a:lnTo>
                    <a:pt x="5145263" y="99523"/>
                  </a:lnTo>
                  <a:lnTo>
                    <a:pt x="5145263" y="99523"/>
                  </a:lnTo>
                  <a:lnTo>
                    <a:pt x="5229611" y="99523"/>
                  </a:lnTo>
                  <a:lnTo>
                    <a:pt x="5229611" y="99523"/>
                  </a:lnTo>
                  <a:lnTo>
                    <a:pt x="5313960" y="99523"/>
                  </a:lnTo>
                  <a:lnTo>
                    <a:pt x="5313960" y="99523"/>
                  </a:lnTo>
                  <a:lnTo>
                    <a:pt x="5398308" y="99523"/>
                  </a:lnTo>
                  <a:lnTo>
                    <a:pt x="5398308" y="85547"/>
                  </a:lnTo>
                  <a:lnTo>
                    <a:pt x="5482657" y="85547"/>
                  </a:lnTo>
                  <a:lnTo>
                    <a:pt x="5482657" y="71588"/>
                  </a:lnTo>
                  <a:lnTo>
                    <a:pt x="5567006" y="71588"/>
                  </a:lnTo>
                  <a:lnTo>
                    <a:pt x="5567006" y="71588"/>
                  </a:lnTo>
                  <a:lnTo>
                    <a:pt x="5651354" y="71588"/>
                  </a:lnTo>
                  <a:lnTo>
                    <a:pt x="5651354" y="71588"/>
                  </a:lnTo>
                  <a:lnTo>
                    <a:pt x="5735703" y="71588"/>
                  </a:lnTo>
                  <a:lnTo>
                    <a:pt x="5735703" y="57557"/>
                  </a:lnTo>
                  <a:lnTo>
                    <a:pt x="5820051" y="57557"/>
                  </a:lnTo>
                  <a:lnTo>
                    <a:pt x="5820051" y="57557"/>
                  </a:lnTo>
                  <a:lnTo>
                    <a:pt x="5904400" y="57557"/>
                  </a:lnTo>
                  <a:lnTo>
                    <a:pt x="5904400" y="57557"/>
                  </a:lnTo>
                  <a:lnTo>
                    <a:pt x="5988748" y="57557"/>
                  </a:lnTo>
                  <a:lnTo>
                    <a:pt x="5988748" y="57557"/>
                  </a:lnTo>
                  <a:lnTo>
                    <a:pt x="6073097" y="57557"/>
                  </a:lnTo>
                  <a:lnTo>
                    <a:pt x="6073097" y="57557"/>
                  </a:lnTo>
                  <a:lnTo>
                    <a:pt x="6157446" y="57557"/>
                  </a:lnTo>
                  <a:lnTo>
                    <a:pt x="6157446" y="28906"/>
                  </a:lnTo>
                  <a:lnTo>
                    <a:pt x="6241794" y="28906"/>
                  </a:lnTo>
                  <a:lnTo>
                    <a:pt x="6241794" y="28906"/>
                  </a:lnTo>
                  <a:lnTo>
                    <a:pt x="6326143" y="28906"/>
                  </a:lnTo>
                  <a:lnTo>
                    <a:pt x="6326143" y="28906"/>
                  </a:lnTo>
                  <a:lnTo>
                    <a:pt x="6410491" y="28906"/>
                  </a:lnTo>
                  <a:lnTo>
                    <a:pt x="6410491" y="28906"/>
                  </a:lnTo>
                  <a:lnTo>
                    <a:pt x="6494840" y="28906"/>
                  </a:lnTo>
                  <a:lnTo>
                    <a:pt x="6494840" y="28906"/>
                  </a:lnTo>
                  <a:lnTo>
                    <a:pt x="6579188" y="28906"/>
                  </a:lnTo>
                  <a:lnTo>
                    <a:pt x="6579188" y="28906"/>
                  </a:lnTo>
                  <a:lnTo>
                    <a:pt x="6663537" y="28906"/>
                  </a:lnTo>
                  <a:lnTo>
                    <a:pt x="6663537" y="28906"/>
                  </a:lnTo>
                  <a:lnTo>
                    <a:pt x="6747886" y="28906"/>
                  </a:lnTo>
                  <a:lnTo>
                    <a:pt x="6747886" y="14449"/>
                  </a:lnTo>
                  <a:lnTo>
                    <a:pt x="6832234" y="14449"/>
                  </a:lnTo>
                  <a:lnTo>
                    <a:pt x="6832234" y="14449"/>
                  </a:lnTo>
                  <a:lnTo>
                    <a:pt x="6916583" y="14449"/>
                  </a:lnTo>
                  <a:lnTo>
                    <a:pt x="6916583" y="14449"/>
                  </a:lnTo>
                  <a:lnTo>
                    <a:pt x="7000931" y="14449"/>
                  </a:lnTo>
                  <a:lnTo>
                    <a:pt x="7000931" y="14449"/>
                  </a:lnTo>
                  <a:lnTo>
                    <a:pt x="7085280" y="14449"/>
                  </a:lnTo>
                  <a:lnTo>
                    <a:pt x="7085280" y="14449"/>
                  </a:lnTo>
                  <a:lnTo>
                    <a:pt x="7169628" y="14449"/>
                  </a:lnTo>
                  <a:lnTo>
                    <a:pt x="7169628" y="14449"/>
                  </a:lnTo>
                  <a:lnTo>
                    <a:pt x="7253977" y="14449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19512" y="3266247"/>
              <a:ext cx="7591371" cy="1798648"/>
            </a:xfrm>
            <a:custGeom>
              <a:avLst/>
              <a:pathLst>
                <a:path w="7591371" h="1798648">
                  <a:moveTo>
                    <a:pt x="0" y="1798648"/>
                  </a:moveTo>
                  <a:lnTo>
                    <a:pt x="84348" y="1798648"/>
                  </a:lnTo>
                  <a:lnTo>
                    <a:pt x="84348" y="1760698"/>
                  </a:lnTo>
                  <a:lnTo>
                    <a:pt x="168697" y="1760698"/>
                  </a:lnTo>
                  <a:lnTo>
                    <a:pt x="168697" y="1722873"/>
                  </a:lnTo>
                  <a:lnTo>
                    <a:pt x="253045" y="1722873"/>
                  </a:lnTo>
                  <a:lnTo>
                    <a:pt x="253045" y="1685054"/>
                  </a:lnTo>
                  <a:lnTo>
                    <a:pt x="337394" y="1685054"/>
                  </a:lnTo>
                  <a:lnTo>
                    <a:pt x="337394" y="1666025"/>
                  </a:lnTo>
                  <a:lnTo>
                    <a:pt x="421742" y="1666025"/>
                  </a:lnTo>
                  <a:lnTo>
                    <a:pt x="421742" y="1628173"/>
                  </a:lnTo>
                  <a:lnTo>
                    <a:pt x="506091" y="1628173"/>
                  </a:lnTo>
                  <a:lnTo>
                    <a:pt x="506091" y="1590478"/>
                  </a:lnTo>
                  <a:lnTo>
                    <a:pt x="590440" y="1590478"/>
                  </a:lnTo>
                  <a:lnTo>
                    <a:pt x="590440" y="1534300"/>
                  </a:lnTo>
                  <a:lnTo>
                    <a:pt x="674788" y="1534300"/>
                  </a:lnTo>
                  <a:lnTo>
                    <a:pt x="674788" y="1515462"/>
                  </a:lnTo>
                  <a:lnTo>
                    <a:pt x="759137" y="1515462"/>
                  </a:lnTo>
                  <a:lnTo>
                    <a:pt x="759137" y="1422725"/>
                  </a:lnTo>
                  <a:lnTo>
                    <a:pt x="843485" y="1422725"/>
                  </a:lnTo>
                  <a:lnTo>
                    <a:pt x="843485" y="1366805"/>
                  </a:lnTo>
                  <a:lnTo>
                    <a:pt x="927834" y="1366805"/>
                  </a:lnTo>
                  <a:lnTo>
                    <a:pt x="927834" y="1292659"/>
                  </a:lnTo>
                  <a:lnTo>
                    <a:pt x="1012182" y="1292659"/>
                  </a:lnTo>
                  <a:lnTo>
                    <a:pt x="1012182" y="1165033"/>
                  </a:lnTo>
                  <a:lnTo>
                    <a:pt x="1096531" y="1165033"/>
                  </a:lnTo>
                  <a:lnTo>
                    <a:pt x="1096531" y="1109484"/>
                  </a:lnTo>
                  <a:lnTo>
                    <a:pt x="1180880" y="1109484"/>
                  </a:lnTo>
                  <a:lnTo>
                    <a:pt x="1180880" y="1072197"/>
                  </a:lnTo>
                  <a:lnTo>
                    <a:pt x="1265228" y="1072197"/>
                  </a:lnTo>
                  <a:lnTo>
                    <a:pt x="1265228" y="1016784"/>
                  </a:lnTo>
                  <a:lnTo>
                    <a:pt x="1349577" y="1016784"/>
                  </a:lnTo>
                  <a:lnTo>
                    <a:pt x="1349577" y="979654"/>
                  </a:lnTo>
                  <a:lnTo>
                    <a:pt x="1433925" y="979654"/>
                  </a:lnTo>
                  <a:lnTo>
                    <a:pt x="1433925" y="942642"/>
                  </a:lnTo>
                  <a:lnTo>
                    <a:pt x="1518274" y="942642"/>
                  </a:lnTo>
                  <a:lnTo>
                    <a:pt x="1518274" y="869403"/>
                  </a:lnTo>
                  <a:lnTo>
                    <a:pt x="1602622" y="869403"/>
                  </a:lnTo>
                  <a:lnTo>
                    <a:pt x="1602622" y="850927"/>
                  </a:lnTo>
                  <a:lnTo>
                    <a:pt x="1686971" y="850927"/>
                  </a:lnTo>
                  <a:lnTo>
                    <a:pt x="1686971" y="832522"/>
                  </a:lnTo>
                  <a:lnTo>
                    <a:pt x="1771320" y="832522"/>
                  </a:lnTo>
                  <a:lnTo>
                    <a:pt x="1771320" y="832522"/>
                  </a:lnTo>
                  <a:lnTo>
                    <a:pt x="1855668" y="832522"/>
                  </a:lnTo>
                  <a:lnTo>
                    <a:pt x="1855668" y="758905"/>
                  </a:lnTo>
                  <a:lnTo>
                    <a:pt x="1940017" y="758905"/>
                  </a:lnTo>
                  <a:lnTo>
                    <a:pt x="1940017" y="758905"/>
                  </a:lnTo>
                  <a:lnTo>
                    <a:pt x="2024365" y="758905"/>
                  </a:lnTo>
                  <a:lnTo>
                    <a:pt x="2024365" y="740453"/>
                  </a:lnTo>
                  <a:lnTo>
                    <a:pt x="2108714" y="740453"/>
                  </a:lnTo>
                  <a:lnTo>
                    <a:pt x="2108714" y="703778"/>
                  </a:lnTo>
                  <a:lnTo>
                    <a:pt x="2193062" y="703778"/>
                  </a:lnTo>
                  <a:lnTo>
                    <a:pt x="2193062" y="631528"/>
                  </a:lnTo>
                  <a:lnTo>
                    <a:pt x="2277411" y="631528"/>
                  </a:lnTo>
                  <a:lnTo>
                    <a:pt x="2277411" y="613306"/>
                  </a:lnTo>
                  <a:lnTo>
                    <a:pt x="2361760" y="613306"/>
                  </a:lnTo>
                  <a:lnTo>
                    <a:pt x="2361760" y="541321"/>
                  </a:lnTo>
                  <a:lnTo>
                    <a:pt x="2446108" y="541321"/>
                  </a:lnTo>
                  <a:lnTo>
                    <a:pt x="2446108" y="487465"/>
                  </a:lnTo>
                  <a:lnTo>
                    <a:pt x="2530457" y="487465"/>
                  </a:lnTo>
                  <a:lnTo>
                    <a:pt x="2530457" y="434098"/>
                  </a:lnTo>
                  <a:lnTo>
                    <a:pt x="2614805" y="434098"/>
                  </a:lnTo>
                  <a:lnTo>
                    <a:pt x="2614805" y="416176"/>
                  </a:lnTo>
                  <a:lnTo>
                    <a:pt x="2699154" y="416176"/>
                  </a:lnTo>
                  <a:lnTo>
                    <a:pt x="2699154" y="416176"/>
                  </a:lnTo>
                  <a:lnTo>
                    <a:pt x="2783503" y="416176"/>
                  </a:lnTo>
                  <a:lnTo>
                    <a:pt x="2783503" y="416176"/>
                  </a:lnTo>
                  <a:lnTo>
                    <a:pt x="2867851" y="416176"/>
                  </a:lnTo>
                  <a:lnTo>
                    <a:pt x="2867851" y="363120"/>
                  </a:lnTo>
                  <a:lnTo>
                    <a:pt x="2952200" y="363120"/>
                  </a:lnTo>
                  <a:lnTo>
                    <a:pt x="2952200" y="327843"/>
                  </a:lnTo>
                  <a:lnTo>
                    <a:pt x="3036548" y="327843"/>
                  </a:lnTo>
                  <a:lnTo>
                    <a:pt x="3036548" y="327843"/>
                  </a:lnTo>
                  <a:lnTo>
                    <a:pt x="3120897" y="327843"/>
                  </a:lnTo>
                  <a:lnTo>
                    <a:pt x="3120897" y="310243"/>
                  </a:lnTo>
                  <a:lnTo>
                    <a:pt x="3205245" y="310243"/>
                  </a:lnTo>
                  <a:lnTo>
                    <a:pt x="3205245" y="292708"/>
                  </a:lnTo>
                  <a:lnTo>
                    <a:pt x="3289594" y="292708"/>
                  </a:lnTo>
                  <a:lnTo>
                    <a:pt x="3289594" y="292708"/>
                  </a:lnTo>
                  <a:lnTo>
                    <a:pt x="3373943" y="292708"/>
                  </a:lnTo>
                  <a:lnTo>
                    <a:pt x="3373943" y="292708"/>
                  </a:lnTo>
                  <a:lnTo>
                    <a:pt x="3458291" y="292708"/>
                  </a:lnTo>
                  <a:lnTo>
                    <a:pt x="3458291" y="292708"/>
                  </a:lnTo>
                  <a:lnTo>
                    <a:pt x="3542640" y="292708"/>
                  </a:lnTo>
                  <a:lnTo>
                    <a:pt x="3542640" y="292708"/>
                  </a:lnTo>
                  <a:lnTo>
                    <a:pt x="3626988" y="292708"/>
                  </a:lnTo>
                  <a:lnTo>
                    <a:pt x="3626988" y="292708"/>
                  </a:lnTo>
                  <a:lnTo>
                    <a:pt x="3711337" y="292708"/>
                  </a:lnTo>
                  <a:lnTo>
                    <a:pt x="3711337" y="292708"/>
                  </a:lnTo>
                  <a:lnTo>
                    <a:pt x="3795685" y="292708"/>
                  </a:lnTo>
                  <a:lnTo>
                    <a:pt x="3795685" y="275230"/>
                  </a:lnTo>
                  <a:lnTo>
                    <a:pt x="3880034" y="275230"/>
                  </a:lnTo>
                  <a:lnTo>
                    <a:pt x="3880034" y="275230"/>
                  </a:lnTo>
                  <a:lnTo>
                    <a:pt x="3964383" y="275230"/>
                  </a:lnTo>
                  <a:lnTo>
                    <a:pt x="3964383" y="257781"/>
                  </a:lnTo>
                  <a:lnTo>
                    <a:pt x="4048731" y="257781"/>
                  </a:lnTo>
                  <a:lnTo>
                    <a:pt x="4048731" y="240355"/>
                  </a:lnTo>
                  <a:lnTo>
                    <a:pt x="4133080" y="240355"/>
                  </a:lnTo>
                  <a:lnTo>
                    <a:pt x="4133080" y="205861"/>
                  </a:lnTo>
                  <a:lnTo>
                    <a:pt x="4217428" y="205861"/>
                  </a:lnTo>
                  <a:lnTo>
                    <a:pt x="4217428" y="205861"/>
                  </a:lnTo>
                  <a:lnTo>
                    <a:pt x="4301777" y="205861"/>
                  </a:lnTo>
                  <a:lnTo>
                    <a:pt x="4301777" y="205861"/>
                  </a:lnTo>
                  <a:lnTo>
                    <a:pt x="4386125" y="205861"/>
                  </a:lnTo>
                  <a:lnTo>
                    <a:pt x="4386125" y="188562"/>
                  </a:lnTo>
                  <a:lnTo>
                    <a:pt x="4470474" y="188562"/>
                  </a:lnTo>
                  <a:lnTo>
                    <a:pt x="4470474" y="188562"/>
                  </a:lnTo>
                  <a:lnTo>
                    <a:pt x="4554823" y="188562"/>
                  </a:lnTo>
                  <a:lnTo>
                    <a:pt x="4554823" y="171318"/>
                  </a:lnTo>
                  <a:lnTo>
                    <a:pt x="4639171" y="171318"/>
                  </a:lnTo>
                  <a:lnTo>
                    <a:pt x="4639171" y="171318"/>
                  </a:lnTo>
                  <a:lnTo>
                    <a:pt x="4723520" y="171318"/>
                  </a:lnTo>
                  <a:lnTo>
                    <a:pt x="4723520" y="171318"/>
                  </a:lnTo>
                  <a:lnTo>
                    <a:pt x="4807868" y="171318"/>
                  </a:lnTo>
                  <a:lnTo>
                    <a:pt x="4807868" y="171318"/>
                  </a:lnTo>
                  <a:lnTo>
                    <a:pt x="4892217" y="171318"/>
                  </a:lnTo>
                  <a:lnTo>
                    <a:pt x="4892217" y="171318"/>
                  </a:lnTo>
                  <a:lnTo>
                    <a:pt x="4976565" y="171318"/>
                  </a:lnTo>
                  <a:lnTo>
                    <a:pt x="4976565" y="154103"/>
                  </a:lnTo>
                  <a:lnTo>
                    <a:pt x="5060914" y="154103"/>
                  </a:lnTo>
                  <a:lnTo>
                    <a:pt x="5060914" y="119973"/>
                  </a:lnTo>
                  <a:lnTo>
                    <a:pt x="5145263" y="119973"/>
                  </a:lnTo>
                  <a:lnTo>
                    <a:pt x="5145263" y="119973"/>
                  </a:lnTo>
                  <a:lnTo>
                    <a:pt x="5229611" y="119973"/>
                  </a:lnTo>
                  <a:lnTo>
                    <a:pt x="5229611" y="119973"/>
                  </a:lnTo>
                  <a:lnTo>
                    <a:pt x="5313960" y="119973"/>
                  </a:lnTo>
                  <a:lnTo>
                    <a:pt x="5313960" y="119973"/>
                  </a:lnTo>
                  <a:lnTo>
                    <a:pt x="5398308" y="119973"/>
                  </a:lnTo>
                  <a:lnTo>
                    <a:pt x="5398308" y="102926"/>
                  </a:lnTo>
                  <a:lnTo>
                    <a:pt x="5482657" y="102926"/>
                  </a:lnTo>
                  <a:lnTo>
                    <a:pt x="5482657" y="85964"/>
                  </a:lnTo>
                  <a:lnTo>
                    <a:pt x="5567006" y="85964"/>
                  </a:lnTo>
                  <a:lnTo>
                    <a:pt x="5567006" y="85964"/>
                  </a:lnTo>
                  <a:lnTo>
                    <a:pt x="5651354" y="85964"/>
                  </a:lnTo>
                  <a:lnTo>
                    <a:pt x="5651354" y="85964"/>
                  </a:lnTo>
                  <a:lnTo>
                    <a:pt x="5735703" y="85964"/>
                  </a:lnTo>
                  <a:lnTo>
                    <a:pt x="5735703" y="68979"/>
                  </a:lnTo>
                  <a:lnTo>
                    <a:pt x="5820051" y="68979"/>
                  </a:lnTo>
                  <a:lnTo>
                    <a:pt x="5820051" y="68979"/>
                  </a:lnTo>
                  <a:lnTo>
                    <a:pt x="5904400" y="68979"/>
                  </a:lnTo>
                  <a:lnTo>
                    <a:pt x="5904400" y="68979"/>
                  </a:lnTo>
                  <a:lnTo>
                    <a:pt x="5988748" y="68979"/>
                  </a:lnTo>
                  <a:lnTo>
                    <a:pt x="5988748" y="68979"/>
                  </a:lnTo>
                  <a:lnTo>
                    <a:pt x="6073097" y="68979"/>
                  </a:lnTo>
                  <a:lnTo>
                    <a:pt x="6073097" y="68979"/>
                  </a:lnTo>
                  <a:lnTo>
                    <a:pt x="6157446" y="68979"/>
                  </a:lnTo>
                  <a:lnTo>
                    <a:pt x="6157446" y="34503"/>
                  </a:lnTo>
                  <a:lnTo>
                    <a:pt x="6241794" y="34503"/>
                  </a:lnTo>
                  <a:lnTo>
                    <a:pt x="6241794" y="34503"/>
                  </a:lnTo>
                  <a:lnTo>
                    <a:pt x="6326143" y="34503"/>
                  </a:lnTo>
                  <a:lnTo>
                    <a:pt x="6326143" y="34503"/>
                  </a:lnTo>
                  <a:lnTo>
                    <a:pt x="6410491" y="34503"/>
                  </a:lnTo>
                  <a:lnTo>
                    <a:pt x="6410491" y="34503"/>
                  </a:lnTo>
                  <a:lnTo>
                    <a:pt x="6494840" y="34503"/>
                  </a:lnTo>
                  <a:lnTo>
                    <a:pt x="6494840" y="34503"/>
                  </a:lnTo>
                  <a:lnTo>
                    <a:pt x="6579188" y="34503"/>
                  </a:lnTo>
                  <a:lnTo>
                    <a:pt x="6579188" y="34503"/>
                  </a:lnTo>
                  <a:lnTo>
                    <a:pt x="6663537" y="34503"/>
                  </a:lnTo>
                  <a:lnTo>
                    <a:pt x="6663537" y="34503"/>
                  </a:lnTo>
                  <a:lnTo>
                    <a:pt x="6747886" y="34503"/>
                  </a:lnTo>
                  <a:lnTo>
                    <a:pt x="6747886" y="17212"/>
                  </a:lnTo>
                  <a:lnTo>
                    <a:pt x="6832234" y="17212"/>
                  </a:lnTo>
                  <a:lnTo>
                    <a:pt x="6832234" y="17212"/>
                  </a:lnTo>
                  <a:lnTo>
                    <a:pt x="6916583" y="17212"/>
                  </a:lnTo>
                  <a:lnTo>
                    <a:pt x="6916583" y="17212"/>
                  </a:lnTo>
                  <a:lnTo>
                    <a:pt x="7000931" y="17212"/>
                  </a:lnTo>
                  <a:lnTo>
                    <a:pt x="7000931" y="17212"/>
                  </a:lnTo>
                  <a:lnTo>
                    <a:pt x="7085280" y="17212"/>
                  </a:lnTo>
                  <a:lnTo>
                    <a:pt x="7085280" y="17212"/>
                  </a:lnTo>
                  <a:lnTo>
                    <a:pt x="7169628" y="17212"/>
                  </a:lnTo>
                  <a:lnTo>
                    <a:pt x="7169628" y="17212"/>
                  </a:lnTo>
                  <a:lnTo>
                    <a:pt x="7253977" y="17212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714085" y="502118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4187718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335424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2520780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85634" y="513321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482213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012670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543127" y="5133219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103887" y="5285568"/>
              <a:ext cx="142262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admission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66080" y="3343276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532758" y="5711373"/>
              <a:ext cx="121971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Alcoholic hepatitis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4850337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390879" y="57660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5123763" y="5722346"/>
              <a:ext cx="16925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AH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64305" y="5722346"/>
              <a:ext cx="43333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Non-AH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19512" y="1512092"/>
              <a:ext cx="2219431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Continuous covariates at median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019512" y="1264635"/>
              <a:ext cx="4302892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age + admit_meld_3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Reference CIF (age + admit_meld_3, no exposure)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51058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4141640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31773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21314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58801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62376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65951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69526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967809"/>
              <a:ext cx="7591371" cy="1620203"/>
            </a:xfrm>
            <a:custGeom>
              <a:avLst/>
              <a:pathLst>
                <a:path w="7591371" h="1620203">
                  <a:moveTo>
                    <a:pt x="0" y="1620203"/>
                  </a:moveTo>
                  <a:lnTo>
                    <a:pt x="84348" y="1620203"/>
                  </a:lnTo>
                  <a:lnTo>
                    <a:pt x="84348" y="1588734"/>
                  </a:lnTo>
                  <a:lnTo>
                    <a:pt x="168697" y="1588734"/>
                  </a:lnTo>
                  <a:lnTo>
                    <a:pt x="168697" y="1557326"/>
                  </a:lnTo>
                  <a:lnTo>
                    <a:pt x="253045" y="1557326"/>
                  </a:lnTo>
                  <a:lnTo>
                    <a:pt x="253045" y="1525923"/>
                  </a:lnTo>
                  <a:lnTo>
                    <a:pt x="337394" y="1525923"/>
                  </a:lnTo>
                  <a:lnTo>
                    <a:pt x="337394" y="1510097"/>
                  </a:lnTo>
                  <a:lnTo>
                    <a:pt x="421742" y="1510097"/>
                  </a:lnTo>
                  <a:lnTo>
                    <a:pt x="421742" y="1478541"/>
                  </a:lnTo>
                  <a:lnTo>
                    <a:pt x="506091" y="1478541"/>
                  </a:lnTo>
                  <a:lnTo>
                    <a:pt x="506091" y="1446962"/>
                  </a:lnTo>
                  <a:lnTo>
                    <a:pt x="590440" y="1446962"/>
                  </a:lnTo>
                  <a:lnTo>
                    <a:pt x="590440" y="1399638"/>
                  </a:lnTo>
                  <a:lnTo>
                    <a:pt x="674788" y="1399638"/>
                  </a:lnTo>
                  <a:lnTo>
                    <a:pt x="674788" y="1383718"/>
                  </a:lnTo>
                  <a:lnTo>
                    <a:pt x="759137" y="1383718"/>
                  </a:lnTo>
                  <a:lnTo>
                    <a:pt x="759137" y="1304879"/>
                  </a:lnTo>
                  <a:lnTo>
                    <a:pt x="843485" y="1304879"/>
                  </a:lnTo>
                  <a:lnTo>
                    <a:pt x="843485" y="1257211"/>
                  </a:lnTo>
                  <a:lnTo>
                    <a:pt x="927834" y="1257211"/>
                  </a:lnTo>
                  <a:lnTo>
                    <a:pt x="927834" y="1193691"/>
                  </a:lnTo>
                  <a:lnTo>
                    <a:pt x="1012182" y="1193691"/>
                  </a:lnTo>
                  <a:lnTo>
                    <a:pt x="1012182" y="1083276"/>
                  </a:lnTo>
                  <a:lnTo>
                    <a:pt x="1096531" y="1083276"/>
                  </a:lnTo>
                  <a:lnTo>
                    <a:pt x="1096531" y="1034904"/>
                  </a:lnTo>
                  <a:lnTo>
                    <a:pt x="1180880" y="1034904"/>
                  </a:lnTo>
                  <a:lnTo>
                    <a:pt x="1180880" y="1002487"/>
                  </a:lnTo>
                  <a:lnTo>
                    <a:pt x="1265228" y="1002487"/>
                  </a:lnTo>
                  <a:lnTo>
                    <a:pt x="1265228" y="954002"/>
                  </a:lnTo>
                  <a:lnTo>
                    <a:pt x="1349577" y="954002"/>
                  </a:lnTo>
                  <a:lnTo>
                    <a:pt x="1349577" y="921445"/>
                  </a:lnTo>
                  <a:lnTo>
                    <a:pt x="1433925" y="921445"/>
                  </a:lnTo>
                  <a:lnTo>
                    <a:pt x="1433925" y="888813"/>
                  </a:lnTo>
                  <a:lnTo>
                    <a:pt x="1518274" y="888813"/>
                  </a:lnTo>
                  <a:lnTo>
                    <a:pt x="1518274" y="823752"/>
                  </a:lnTo>
                  <a:lnTo>
                    <a:pt x="1602622" y="823752"/>
                  </a:lnTo>
                  <a:lnTo>
                    <a:pt x="1602622" y="807258"/>
                  </a:lnTo>
                  <a:lnTo>
                    <a:pt x="1686971" y="807258"/>
                  </a:lnTo>
                  <a:lnTo>
                    <a:pt x="1686971" y="790779"/>
                  </a:lnTo>
                  <a:lnTo>
                    <a:pt x="1771320" y="790779"/>
                  </a:lnTo>
                  <a:lnTo>
                    <a:pt x="1771320" y="790779"/>
                  </a:lnTo>
                  <a:lnTo>
                    <a:pt x="1855668" y="790779"/>
                  </a:lnTo>
                  <a:lnTo>
                    <a:pt x="1855668" y="724621"/>
                  </a:lnTo>
                  <a:lnTo>
                    <a:pt x="1940017" y="724621"/>
                  </a:lnTo>
                  <a:lnTo>
                    <a:pt x="1940017" y="724621"/>
                  </a:lnTo>
                  <a:lnTo>
                    <a:pt x="2024365" y="724621"/>
                  </a:lnTo>
                  <a:lnTo>
                    <a:pt x="2024365" y="708002"/>
                  </a:lnTo>
                  <a:lnTo>
                    <a:pt x="2108714" y="708002"/>
                  </a:lnTo>
                  <a:lnTo>
                    <a:pt x="2108714" y="674903"/>
                  </a:lnTo>
                  <a:lnTo>
                    <a:pt x="2193062" y="674903"/>
                  </a:lnTo>
                  <a:lnTo>
                    <a:pt x="2193062" y="609150"/>
                  </a:lnTo>
                  <a:lnTo>
                    <a:pt x="2277411" y="609150"/>
                  </a:lnTo>
                  <a:lnTo>
                    <a:pt x="2277411" y="592481"/>
                  </a:lnTo>
                  <a:lnTo>
                    <a:pt x="2361760" y="592481"/>
                  </a:lnTo>
                  <a:lnTo>
                    <a:pt x="2361760" y="526156"/>
                  </a:lnTo>
                  <a:lnTo>
                    <a:pt x="2446108" y="526156"/>
                  </a:lnTo>
                  <a:lnTo>
                    <a:pt x="2446108" y="476118"/>
                  </a:lnTo>
                  <a:lnTo>
                    <a:pt x="2530457" y="476118"/>
                  </a:lnTo>
                  <a:lnTo>
                    <a:pt x="2530457" y="426175"/>
                  </a:lnTo>
                  <a:lnTo>
                    <a:pt x="2614805" y="426175"/>
                  </a:lnTo>
                  <a:lnTo>
                    <a:pt x="2614805" y="409282"/>
                  </a:lnTo>
                  <a:lnTo>
                    <a:pt x="2699154" y="409282"/>
                  </a:lnTo>
                  <a:lnTo>
                    <a:pt x="2699154" y="409282"/>
                  </a:lnTo>
                  <a:lnTo>
                    <a:pt x="2783503" y="409282"/>
                  </a:lnTo>
                  <a:lnTo>
                    <a:pt x="2783503" y="409282"/>
                  </a:lnTo>
                  <a:lnTo>
                    <a:pt x="2867851" y="409282"/>
                  </a:lnTo>
                  <a:lnTo>
                    <a:pt x="2867851" y="358983"/>
                  </a:lnTo>
                  <a:lnTo>
                    <a:pt x="2952200" y="358983"/>
                  </a:lnTo>
                  <a:lnTo>
                    <a:pt x="2952200" y="325240"/>
                  </a:lnTo>
                  <a:lnTo>
                    <a:pt x="3036548" y="325240"/>
                  </a:lnTo>
                  <a:lnTo>
                    <a:pt x="3036548" y="325240"/>
                  </a:lnTo>
                  <a:lnTo>
                    <a:pt x="3120897" y="325240"/>
                  </a:lnTo>
                  <a:lnTo>
                    <a:pt x="3120897" y="308292"/>
                  </a:lnTo>
                  <a:lnTo>
                    <a:pt x="3205245" y="308292"/>
                  </a:lnTo>
                  <a:lnTo>
                    <a:pt x="3205245" y="291346"/>
                  </a:lnTo>
                  <a:lnTo>
                    <a:pt x="3289594" y="291346"/>
                  </a:lnTo>
                  <a:lnTo>
                    <a:pt x="3289594" y="291346"/>
                  </a:lnTo>
                  <a:lnTo>
                    <a:pt x="3373943" y="291346"/>
                  </a:lnTo>
                  <a:lnTo>
                    <a:pt x="3373943" y="291346"/>
                  </a:lnTo>
                  <a:lnTo>
                    <a:pt x="3458291" y="291346"/>
                  </a:lnTo>
                  <a:lnTo>
                    <a:pt x="3458291" y="291346"/>
                  </a:lnTo>
                  <a:lnTo>
                    <a:pt x="3542640" y="291346"/>
                  </a:lnTo>
                  <a:lnTo>
                    <a:pt x="3542640" y="291346"/>
                  </a:lnTo>
                  <a:lnTo>
                    <a:pt x="3626988" y="291346"/>
                  </a:lnTo>
                  <a:lnTo>
                    <a:pt x="3626988" y="291346"/>
                  </a:lnTo>
                  <a:lnTo>
                    <a:pt x="3711337" y="291346"/>
                  </a:lnTo>
                  <a:lnTo>
                    <a:pt x="3711337" y="291346"/>
                  </a:lnTo>
                  <a:lnTo>
                    <a:pt x="3795685" y="291346"/>
                  </a:lnTo>
                  <a:lnTo>
                    <a:pt x="3795685" y="274399"/>
                  </a:lnTo>
                  <a:lnTo>
                    <a:pt x="3880034" y="274399"/>
                  </a:lnTo>
                  <a:lnTo>
                    <a:pt x="3880034" y="274399"/>
                  </a:lnTo>
                  <a:lnTo>
                    <a:pt x="3964383" y="274399"/>
                  </a:lnTo>
                  <a:lnTo>
                    <a:pt x="3964383" y="257421"/>
                  </a:lnTo>
                  <a:lnTo>
                    <a:pt x="4048731" y="257421"/>
                  </a:lnTo>
                  <a:lnTo>
                    <a:pt x="4048731" y="240399"/>
                  </a:lnTo>
                  <a:lnTo>
                    <a:pt x="4133080" y="240399"/>
                  </a:lnTo>
                  <a:lnTo>
                    <a:pt x="4133080" y="206518"/>
                  </a:lnTo>
                  <a:lnTo>
                    <a:pt x="4217428" y="206518"/>
                  </a:lnTo>
                  <a:lnTo>
                    <a:pt x="4217428" y="206518"/>
                  </a:lnTo>
                  <a:lnTo>
                    <a:pt x="4301777" y="206518"/>
                  </a:lnTo>
                  <a:lnTo>
                    <a:pt x="4301777" y="206518"/>
                  </a:lnTo>
                  <a:lnTo>
                    <a:pt x="4386125" y="206518"/>
                  </a:lnTo>
                  <a:lnTo>
                    <a:pt x="4386125" y="189503"/>
                  </a:lnTo>
                  <a:lnTo>
                    <a:pt x="4470474" y="189503"/>
                  </a:lnTo>
                  <a:lnTo>
                    <a:pt x="4470474" y="189503"/>
                  </a:lnTo>
                  <a:lnTo>
                    <a:pt x="4554823" y="189503"/>
                  </a:lnTo>
                  <a:lnTo>
                    <a:pt x="4554823" y="172482"/>
                  </a:lnTo>
                  <a:lnTo>
                    <a:pt x="4639171" y="172482"/>
                  </a:lnTo>
                  <a:lnTo>
                    <a:pt x="4639171" y="172482"/>
                  </a:lnTo>
                  <a:lnTo>
                    <a:pt x="4723520" y="172482"/>
                  </a:lnTo>
                  <a:lnTo>
                    <a:pt x="4723520" y="172482"/>
                  </a:lnTo>
                  <a:lnTo>
                    <a:pt x="4807868" y="172482"/>
                  </a:lnTo>
                  <a:lnTo>
                    <a:pt x="4807868" y="172482"/>
                  </a:lnTo>
                  <a:lnTo>
                    <a:pt x="4892217" y="172482"/>
                  </a:lnTo>
                  <a:lnTo>
                    <a:pt x="4892217" y="172482"/>
                  </a:lnTo>
                  <a:lnTo>
                    <a:pt x="4976565" y="172482"/>
                  </a:lnTo>
                  <a:lnTo>
                    <a:pt x="4976565" y="155428"/>
                  </a:lnTo>
                  <a:lnTo>
                    <a:pt x="5060914" y="155428"/>
                  </a:lnTo>
                  <a:lnTo>
                    <a:pt x="5060914" y="121440"/>
                  </a:lnTo>
                  <a:lnTo>
                    <a:pt x="5145263" y="121440"/>
                  </a:lnTo>
                  <a:lnTo>
                    <a:pt x="5145263" y="121440"/>
                  </a:lnTo>
                  <a:lnTo>
                    <a:pt x="5229611" y="121440"/>
                  </a:lnTo>
                  <a:lnTo>
                    <a:pt x="5229611" y="121440"/>
                  </a:lnTo>
                  <a:lnTo>
                    <a:pt x="5313960" y="121440"/>
                  </a:lnTo>
                  <a:lnTo>
                    <a:pt x="5313960" y="121440"/>
                  </a:lnTo>
                  <a:lnTo>
                    <a:pt x="5398308" y="121440"/>
                  </a:lnTo>
                  <a:lnTo>
                    <a:pt x="5398308" y="104358"/>
                  </a:lnTo>
                  <a:lnTo>
                    <a:pt x="5482657" y="104358"/>
                  </a:lnTo>
                  <a:lnTo>
                    <a:pt x="5482657" y="87283"/>
                  </a:lnTo>
                  <a:lnTo>
                    <a:pt x="5567006" y="87283"/>
                  </a:lnTo>
                  <a:lnTo>
                    <a:pt x="5567006" y="87283"/>
                  </a:lnTo>
                  <a:lnTo>
                    <a:pt x="5651354" y="87283"/>
                  </a:lnTo>
                  <a:lnTo>
                    <a:pt x="5651354" y="87283"/>
                  </a:lnTo>
                  <a:lnTo>
                    <a:pt x="5735703" y="87283"/>
                  </a:lnTo>
                  <a:lnTo>
                    <a:pt x="5735703" y="70186"/>
                  </a:lnTo>
                  <a:lnTo>
                    <a:pt x="5820051" y="70186"/>
                  </a:lnTo>
                  <a:lnTo>
                    <a:pt x="5820051" y="70186"/>
                  </a:lnTo>
                  <a:lnTo>
                    <a:pt x="5904400" y="70186"/>
                  </a:lnTo>
                  <a:lnTo>
                    <a:pt x="5904400" y="70186"/>
                  </a:lnTo>
                  <a:lnTo>
                    <a:pt x="5988748" y="70186"/>
                  </a:lnTo>
                  <a:lnTo>
                    <a:pt x="5988748" y="70186"/>
                  </a:lnTo>
                  <a:lnTo>
                    <a:pt x="6073097" y="70186"/>
                  </a:lnTo>
                  <a:lnTo>
                    <a:pt x="6073097" y="70186"/>
                  </a:lnTo>
                  <a:lnTo>
                    <a:pt x="6157446" y="70186"/>
                  </a:lnTo>
                  <a:lnTo>
                    <a:pt x="6157446" y="35243"/>
                  </a:lnTo>
                  <a:lnTo>
                    <a:pt x="6241794" y="35243"/>
                  </a:lnTo>
                  <a:lnTo>
                    <a:pt x="6241794" y="35243"/>
                  </a:lnTo>
                  <a:lnTo>
                    <a:pt x="6326143" y="35243"/>
                  </a:lnTo>
                  <a:lnTo>
                    <a:pt x="6326143" y="35243"/>
                  </a:lnTo>
                  <a:lnTo>
                    <a:pt x="6410491" y="35243"/>
                  </a:lnTo>
                  <a:lnTo>
                    <a:pt x="6410491" y="35243"/>
                  </a:lnTo>
                  <a:lnTo>
                    <a:pt x="6494840" y="35243"/>
                  </a:lnTo>
                  <a:lnTo>
                    <a:pt x="6494840" y="35243"/>
                  </a:lnTo>
                  <a:lnTo>
                    <a:pt x="6579188" y="35243"/>
                  </a:lnTo>
                  <a:lnTo>
                    <a:pt x="6579188" y="35243"/>
                  </a:lnTo>
                  <a:lnTo>
                    <a:pt x="6663537" y="35243"/>
                  </a:lnTo>
                  <a:lnTo>
                    <a:pt x="6663537" y="35243"/>
                  </a:lnTo>
                  <a:lnTo>
                    <a:pt x="6747886" y="35243"/>
                  </a:lnTo>
                  <a:lnTo>
                    <a:pt x="6747886" y="17610"/>
                  </a:lnTo>
                  <a:lnTo>
                    <a:pt x="6832234" y="17610"/>
                  </a:lnTo>
                  <a:lnTo>
                    <a:pt x="6832234" y="17610"/>
                  </a:lnTo>
                  <a:lnTo>
                    <a:pt x="6916583" y="17610"/>
                  </a:lnTo>
                  <a:lnTo>
                    <a:pt x="6916583" y="17610"/>
                  </a:lnTo>
                  <a:lnTo>
                    <a:pt x="7000931" y="17610"/>
                  </a:lnTo>
                  <a:lnTo>
                    <a:pt x="7000931" y="17610"/>
                  </a:lnTo>
                  <a:lnTo>
                    <a:pt x="7085280" y="17610"/>
                  </a:lnTo>
                  <a:lnTo>
                    <a:pt x="7085280" y="17610"/>
                  </a:lnTo>
                  <a:lnTo>
                    <a:pt x="7169628" y="17610"/>
                  </a:lnTo>
                  <a:lnTo>
                    <a:pt x="7169628" y="17610"/>
                  </a:lnTo>
                  <a:lnTo>
                    <a:pt x="7253977" y="17610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2C8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714085" y="5544304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14085" y="4580056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361580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265155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985634" y="565633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482213" y="565633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6012670" y="565633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543127" y="565633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103887" y="5808685"/>
              <a:ext cx="142262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admission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-166080" y="3604835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019512" y="1512092"/>
              <a:ext cx="419343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Population reference: age = 58, admit_meld_3 = 31 (medians)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019512" y="1264635"/>
              <a:ext cx="5481553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age + admit_meld_3 (no exposure)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2026-05-05T14:45:35Z</dcterms:modified>
  <cp:category/>
</cp:coreProperties>
</file>